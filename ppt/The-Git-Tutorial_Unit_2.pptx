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  <p:sldMasterId id="2147483678" r:id="rId2"/>
    <p:sldMasterId id="2147483679" r:id="rId3"/>
    <p:sldMasterId id="2147483680" r:id="rId4"/>
    <p:sldMasterId id="2147483681" r:id="rId5"/>
    <p:sldMasterId id="2147483682" r:id="rId6"/>
  </p:sldMasterIdLst>
  <p:notesMasterIdLst>
    <p:notesMasterId r:id="rId59"/>
  </p:notesMasterIdLst>
  <p:sldIdLst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</p:sldIdLst>
  <p:sldSz cx="10160000" cy="7620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4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200" b="0" i="0" u="none" strike="noStrike" cap="none"/>
          </a:p>
          <a:p>
            <a:pPr marL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d4766044_2_185:notes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1d4766044_2_185:notes"/>
          <p:cNvSpPr/>
          <p:nvPr/>
        </p:nvSpPr>
        <p:spPr>
          <a:xfrm>
            <a:off x="1209675" y="695325"/>
            <a:ext cx="4437062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1d4766044_2_185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1d4766044_2_185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1d4766044_2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d38d9d96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1d38d9d96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03" name="Google Shape;30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800" b="0" i="0" u="none" strike="noStrike" cap="none"/>
              <a:t>Distribute per mail? Shared folder?</a:t>
            </a:r>
            <a:endParaRPr sz="1800" b="0" i="0" u="none" strike="noStrike" cap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6:notes"/>
          <p:cNvSpPr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200" b="0" i="0" u="none" strike="noStrike" cap="none"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d0e3add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1d0e3add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cc204312_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9" name="Google Shape;319;g1cc204312_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800" b="0" i="0" u="none" strike="noStrike" cap="none"/>
              <a:t>Distribute per mail? Shared folder?</a:t>
            </a:r>
            <a:endParaRPr sz="1800" b="0" i="0" u="none" strike="noStrike" cap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1cc204312_043:notes"/>
          <p:cNvSpPr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200" b="0" i="0" u="none" strike="noStrike" cap="none"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cc204312_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8" name="Google Shape;328;g1cc204312_0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800" b="0" i="0" u="none" strike="noStrike" cap="none"/>
              <a:t>Distribute per mail? Shared folder?</a:t>
            </a:r>
            <a:endParaRPr sz="1800" b="0" i="0" u="none" strike="noStrike" cap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1cc204312_067:notes"/>
          <p:cNvSpPr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200" b="0" i="0" u="none" strike="noStrike" cap="none"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cc204312_0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37" name="Google Shape;337;g1cc204312_0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800" b="0" i="0" u="none" strike="noStrike" cap="none"/>
              <a:t>Distribute per mail? Shared folder?</a:t>
            </a:r>
            <a:endParaRPr sz="1800" b="0" i="0" u="none" strike="noStrike" cap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1cc204312_075:notes"/>
          <p:cNvSpPr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200" b="0" i="0" u="none" strike="noStrike" cap="none"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cc204312_0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46" name="Google Shape;346;g1cc204312_0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800" b="0" i="0" u="none" strike="noStrike" cap="none"/>
              <a:t>Distribute per mail? Shared folder?</a:t>
            </a:r>
            <a:endParaRPr sz="1800" b="0" i="0" u="none" strike="noStrike" cap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1cc204312_083:notes"/>
          <p:cNvSpPr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200" b="0" i="0" u="none" strike="noStrike" cap="none"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cc204312_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55" name="Google Shape;355;g1cc204312_0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800" b="0" i="0" u="none" strike="noStrike" cap="none"/>
              <a:t>Distribute per mail? Shared folder?</a:t>
            </a:r>
            <a:endParaRPr sz="1800" b="0" i="0" u="none" strike="noStrike" cap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1cc204312_091:notes"/>
          <p:cNvSpPr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200" b="0" i="0" u="none" strike="noStrike" cap="none"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cc204312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64" name="Google Shape;364;g1cc204312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800" b="0" i="0" u="none" strike="noStrike" cap="none"/>
              <a:t>Distribute per mail? Shared folder?</a:t>
            </a:r>
            <a:endParaRPr sz="1800" b="0" i="0" u="none" strike="noStrike" cap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1cc204312_099:notes"/>
          <p:cNvSpPr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200" b="0" i="0" u="none" strike="noStrike" cap="none"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cc204312_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73" name="Google Shape;373;g1cc204312_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800" b="0" i="0" u="none" strike="noStrike" cap="none"/>
              <a:t>Distribute per mail? Shared folder?</a:t>
            </a:r>
            <a:endParaRPr sz="1800" b="0" i="0" u="none" strike="noStrike" cap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1cc204312_027:notes"/>
          <p:cNvSpPr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200" b="0" i="0" u="none" strike="noStrike" cap="none"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d3e52ca0_2_25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81" name="Google Shape;381;g1d3e52ca0_2_25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g1d3e52ca0_2_25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1d3e52ca0_2_25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1d3e52ca0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d3e52ca0_2_34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90" name="Google Shape;390;g1d3e52ca0_2_34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1d3e52ca0_2_34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1d3e52ca0_2_34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1d3e52ca0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d3e52ca0_2_54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1d3e52ca0_2_54:notes"/>
          <p:cNvSpPr/>
          <p:nvPr/>
        </p:nvSpPr>
        <p:spPr>
          <a:xfrm>
            <a:off x="1143000" y="685511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1d3e52ca0_2_54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d3e52ca0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d3e52ca0_2_63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09" name="Google Shape;409;g1d3e52ca0_2_63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1d3e52ca0_2_63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1d3e52ca0_2_63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1d3e52ca0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d3e0d35b_00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20" name="Google Shape;420;g1d3e0d35b_00:notes"/>
          <p:cNvSpPr/>
          <p:nvPr/>
        </p:nvSpPr>
        <p:spPr>
          <a:xfrm>
            <a:off x="1210235" y="694170"/>
            <a:ext cx="44376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1d3e0d35b_00:notes"/>
          <p:cNvSpPr txBox="1"/>
          <p:nvPr/>
        </p:nvSpPr>
        <p:spPr>
          <a:xfrm>
            <a:off x="686360" y="4342534"/>
            <a:ext cx="54867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1d3e0d35b_00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00" cy="4113000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1d3e0d35b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8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d3e52ca0_2_80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38" name="Google Shape;438;g1d3e52ca0_2_80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1d3e52ca0_2_80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1d3e52ca0_2_80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1d3e52ca0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d3e52ca0_2_94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53" name="Google Shape;453;g1d3e52ca0_2_94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1d3e52ca0_2_94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g1d3e52ca0_2_94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g1d3e52ca0_2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d3e52ca0_2_108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68" name="Google Shape;468;g1d3e52ca0_2_108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1d3e52ca0_2_108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1d3e52ca0_2_108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1d3e52ca0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d3e52ca0_2_120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81" name="Google Shape;481;g1d3e52ca0_2_120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1d3e52ca0_2_120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g1d3e52ca0_2_120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1d3e52ca0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d3e0d35b_0104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93" name="Google Shape;493;g1d3e0d35b_0104:notes"/>
          <p:cNvSpPr/>
          <p:nvPr/>
        </p:nvSpPr>
        <p:spPr>
          <a:xfrm>
            <a:off x="1210235" y="694170"/>
            <a:ext cx="44376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1d3e0d35b_0104:notes"/>
          <p:cNvSpPr txBox="1"/>
          <p:nvPr/>
        </p:nvSpPr>
        <p:spPr>
          <a:xfrm>
            <a:off x="686360" y="4342534"/>
            <a:ext cx="54867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g1d3e0d35b_0104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00" cy="4113000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1d3e0d35b_0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8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d3e52ca0_2_131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03" name="Google Shape;503;g1d3e52ca0_2_131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1d3e52ca0_2_131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g1d3e52ca0_2_131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1d3e52ca0_2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d3e0d35b_0115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33" name="Google Shape;533;g1d3e0d35b_0115:notes"/>
          <p:cNvSpPr/>
          <p:nvPr/>
        </p:nvSpPr>
        <p:spPr>
          <a:xfrm>
            <a:off x="1210235" y="694170"/>
            <a:ext cx="44376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1d3e0d35b_0115:notes"/>
          <p:cNvSpPr txBox="1"/>
          <p:nvPr/>
        </p:nvSpPr>
        <p:spPr>
          <a:xfrm>
            <a:off x="686360" y="4342534"/>
            <a:ext cx="54867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g1d3e0d35b_0115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00" cy="4113000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1d3e0d35b_0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8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d3e52ca0_2_160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52" name="Google Shape;552;g1d3e52ca0_2_160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g1d3e52ca0_2_160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g1d3e52ca0_2_160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1d3e52ca0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d3e52ca0_2_245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62" cy="45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62" name="Google Shape;562;g1d3e52ca0_2_245:notes"/>
          <p:cNvSpPr/>
          <p:nvPr/>
        </p:nvSpPr>
        <p:spPr>
          <a:xfrm>
            <a:off x="1210235" y="694170"/>
            <a:ext cx="4437529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g1d3e52ca0_2_245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g1d3e52ca0_2_245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g1d3e52ca0_2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d3e0d35b_0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d3e0d35b_0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d3e0d35b_0149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79" name="Google Shape;579;g1d3e0d35b_0149:notes"/>
          <p:cNvSpPr/>
          <p:nvPr/>
        </p:nvSpPr>
        <p:spPr>
          <a:xfrm>
            <a:off x="1210235" y="694170"/>
            <a:ext cx="44376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g1d3e0d35b_0149:notes"/>
          <p:cNvSpPr txBox="1"/>
          <p:nvPr/>
        </p:nvSpPr>
        <p:spPr>
          <a:xfrm>
            <a:off x="686360" y="4342534"/>
            <a:ext cx="54867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1d3e0d35b_0149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00" cy="4113000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1d3e0d35b_0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8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d3e52ca0_2_198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1d3e52ca0_2_198:notes"/>
          <p:cNvSpPr/>
          <p:nvPr/>
        </p:nvSpPr>
        <p:spPr>
          <a:xfrm>
            <a:off x="1143000" y="685511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g1d3e52ca0_2_198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g1d3e52ca0_2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cc204312_0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08" name="Google Shape;608;g1cc204312_0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800" b="0" i="0" u="none" strike="noStrike" cap="none"/>
              <a:t>Distribute per mail? Shared folder?</a:t>
            </a:r>
            <a:endParaRPr sz="1800" b="0" i="0" u="none" strike="noStrike" cap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g1cc204312_0179:notes"/>
          <p:cNvSpPr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1200" b="0" i="0" u="none" strike="noStrike" cap="none"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d3e0d35b_0169:notes"/>
          <p:cNvSpPr txBox="1">
            <a:spLocks noGrp="1"/>
          </p:cNvSpPr>
          <p:nvPr>
            <p:ph type="dt" idx="10"/>
          </p:nvPr>
        </p:nvSpPr>
        <p:spPr>
          <a:xfrm>
            <a:off x="3881437" y="0"/>
            <a:ext cx="2975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617" name="Google Shape;617;g1d3e0d35b_0169:notes"/>
          <p:cNvSpPr/>
          <p:nvPr/>
        </p:nvSpPr>
        <p:spPr>
          <a:xfrm>
            <a:off x="1210235" y="694170"/>
            <a:ext cx="44376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g1d3e0d35b_0169:notes"/>
          <p:cNvSpPr txBox="1"/>
          <p:nvPr/>
        </p:nvSpPr>
        <p:spPr>
          <a:xfrm>
            <a:off x="686360" y="4342534"/>
            <a:ext cx="54867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g1d3e0d35b_0169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00" cy="4113000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g1d3e0d35b_0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8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d3e52ca0_2_282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g1d3e52ca0_2_282:notes"/>
          <p:cNvSpPr/>
          <p:nvPr/>
        </p:nvSpPr>
        <p:spPr>
          <a:xfrm>
            <a:off x="1143000" y="685511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g1d3e52ca0_2_282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g1d3e52ca0_2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d3e52ca0_2_292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g1d3e52ca0_2_292:notes"/>
          <p:cNvSpPr/>
          <p:nvPr/>
        </p:nvSpPr>
        <p:spPr>
          <a:xfrm>
            <a:off x="1143000" y="685511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g1d3e52ca0_2_292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g1d3e52ca0_2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1d3e52ca0_2_307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g1d3e52ca0_2_307:notes"/>
          <p:cNvSpPr/>
          <p:nvPr/>
        </p:nvSpPr>
        <p:spPr>
          <a:xfrm>
            <a:off x="1143000" y="685511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1d3e52ca0_2_307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g1d3e52ca0_2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1d3e52ca0_2_318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g1d3e52ca0_2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d3e52ca0_2_368:notes"/>
          <p:cNvSpPr/>
          <p:nvPr/>
        </p:nvSpPr>
        <p:spPr>
          <a:xfrm>
            <a:off x="1143000" y="685511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g1d3e52ca0_2_368:notes"/>
          <p:cNvSpPr txBox="1"/>
          <p:nvPr/>
        </p:nvSpPr>
        <p:spPr>
          <a:xfrm>
            <a:off x="686360" y="4342534"/>
            <a:ext cx="5486680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75" tIns="40725" rIns="81475" bIns="40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g1d3e52ca0_2_368:notes"/>
          <p:cNvSpPr/>
          <p:nvPr/>
        </p:nvSpPr>
        <p:spPr>
          <a:xfrm>
            <a:off x="3884239" y="8685068"/>
            <a:ext cx="2970959" cy="457488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1475" tIns="40725" rIns="81475" bIns="407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MS PGothic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S PGothic"/>
                <a:ea typeface="MS PGothic"/>
                <a:cs typeface="MS PGothic"/>
                <a:sym typeface="MS PGothic"/>
              </a:rPr>
              <a:t>*</a:t>
            </a:r>
            <a:endParaRPr sz="1200"/>
          </a:p>
        </p:txBody>
      </p:sp>
      <p:sp>
        <p:nvSpPr>
          <p:cNvPr id="678" name="Google Shape;678;g1d3e52ca0_2_368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5280" cy="4113068"/>
          </a:xfrm>
          <a:prstGeom prst="rect">
            <a:avLst/>
          </a:prstGeom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g1d3e52ca0_2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0468" y="694170"/>
            <a:ext cx="4435662" cy="34275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d4766044_4_18:notes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g1d4766044_4_18:notes"/>
          <p:cNvSpPr/>
          <p:nvPr/>
        </p:nvSpPr>
        <p:spPr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g1d4766044_4_18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g1d4766044_4_18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g1d4766044_4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d4766044_4_41:notes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g1d4766044_4_41:notes"/>
          <p:cNvSpPr/>
          <p:nvPr/>
        </p:nvSpPr>
        <p:spPr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g1d4766044_4_41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g1d4766044_4_4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g1d4766044_4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d4766044_4_59:notes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g1d4766044_4_59:notes"/>
          <p:cNvSpPr/>
          <p:nvPr/>
        </p:nvSpPr>
        <p:spPr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g1d4766044_4_59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g1d4766044_4_59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g1d4766044_4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d4766044_4_78:notes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g1d4766044_4_78:notes"/>
          <p:cNvSpPr/>
          <p:nvPr/>
        </p:nvSpPr>
        <p:spPr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g1d4766044_4_78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g1d4766044_4_78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g1d4766044_4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d4766044_4_97:notes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g1d4766044_4_97:notes"/>
          <p:cNvSpPr/>
          <p:nvPr/>
        </p:nvSpPr>
        <p:spPr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g1d4766044_4_97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g1d4766044_4_97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g1d4766044_4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1d4766044_4_116:notes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g1d4766044_4_116:notes"/>
          <p:cNvSpPr/>
          <p:nvPr/>
        </p:nvSpPr>
        <p:spPr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g1d4766044_4_116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g1d4766044_4_116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g1d4766044_4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1d4766044_4_133:notes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g1d4766044_4_133:notes"/>
          <p:cNvSpPr/>
          <p:nvPr/>
        </p:nvSpPr>
        <p:spPr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g1d4766044_4_133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g1d4766044_4_133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g1d4766044_4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d4766044_4_154:notes"/>
          <p:cNvSpPr/>
          <p:nvPr/>
        </p:nvSpPr>
        <p:spPr>
          <a:xfrm>
            <a:off x="685800" y="4343400"/>
            <a:ext cx="5486400" cy="4113212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g1d4766044_4_154:notes"/>
          <p:cNvSpPr/>
          <p:nvPr/>
        </p:nvSpPr>
        <p:spPr>
          <a:xfrm>
            <a:off x="1143000" y="685800"/>
            <a:ext cx="4570412" cy="3427412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g1d4766044_4_154:notes"/>
          <p:cNvSpPr txBox="1"/>
          <p:nvPr/>
        </p:nvSpPr>
        <p:spPr>
          <a:xfrm>
            <a:off x="685800" y="4343400"/>
            <a:ext cx="5484812" cy="411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g1d4766044_4_15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g1d4766044_4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1d4766044_4_164:notes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g1d4766044_4_164:notes"/>
          <p:cNvSpPr/>
          <p:nvPr/>
        </p:nvSpPr>
        <p:spPr>
          <a:xfrm>
            <a:off x="1209675" y="695325"/>
            <a:ext cx="4437062" cy="3429000"/>
          </a:xfrm>
          <a:prstGeom prst="rect">
            <a:avLst/>
          </a:pr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g1d4766044_4_164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g1d4766044_4_16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g1d4766044_4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1cc204312_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g1cc204312_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1d3e52ca0_5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g1d3e52ca0_5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7239000" y="676275"/>
            <a:ext cx="2159000" cy="609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762000" y="676275"/>
            <a:ext cx="6324600" cy="609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62000" y="676275"/>
            <a:ext cx="8636000" cy="127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762000" y="2200275"/>
            <a:ext cx="8636000" cy="457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1990725" y="681038"/>
            <a:ext cx="6096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1990725" y="5964238"/>
            <a:ext cx="6096000" cy="89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971925" y="303213"/>
            <a:ext cx="5680075" cy="650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508000" y="1593850"/>
            <a:ext cx="3343275" cy="521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762000" y="676275"/>
            <a:ext cx="8636000" cy="127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2"/>
          </p:nvPr>
        </p:nvSpPr>
        <p:spPr>
          <a:xfrm>
            <a:off x="508000" y="2416175"/>
            <a:ext cx="4489450" cy="439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3"/>
          </p:nvPr>
        </p:nvSpPr>
        <p:spPr>
          <a:xfrm>
            <a:off x="5160963" y="1704975"/>
            <a:ext cx="4491037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4"/>
          </p:nvPr>
        </p:nvSpPr>
        <p:spPr>
          <a:xfrm>
            <a:off x="5160963" y="2416175"/>
            <a:ext cx="4491037" cy="439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762000" y="676275"/>
            <a:ext cx="8636000" cy="127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762000" y="2200275"/>
            <a:ext cx="4241800" cy="457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5156200" y="2200275"/>
            <a:ext cx="4241800" cy="457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762000" y="676275"/>
            <a:ext cx="8636000" cy="127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762000" y="2200275"/>
            <a:ext cx="8636000" cy="457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9300" marR="0" lvl="1" indent="-3810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55700" marR="0" lvl="2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12900" marR="0" lvl="3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70100" marR="0" lvl="4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40000" marR="0" lvl="5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54400" marR="0" lvl="6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38700" marR="0" lvl="7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80200" marR="0" lvl="8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507200" y="304032"/>
            <a:ext cx="9140800" cy="127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ctr" anchorCtr="0">
            <a:noAutofit/>
          </a:bodyPr>
          <a:lstStyle>
            <a:lvl1pPr marL="0" lvl="0" indent="-889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9300" lvl="1" indent="-3810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55700" lvl="2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12900" lvl="3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70100" lvl="4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40000" lvl="5" indent="-3302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54400" lvl="6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38700" lvl="7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80200" lvl="8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507200" y="1782587"/>
            <a:ext cx="8937600" cy="441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475200" y="6941529"/>
            <a:ext cx="32192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7284799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0" algn="r" rtl="0">
              <a:lnSpc>
                <a:spcPct val="93000"/>
              </a:lnSpc>
              <a:buNone/>
              <a:defRPr/>
            </a:lvl1pPr>
            <a:lvl2pPr marL="0" marR="0" lvl="1" indent="0" algn="r" rtl="0">
              <a:lnSpc>
                <a:spcPct val="93000"/>
              </a:lnSpc>
              <a:buNone/>
              <a:defRPr/>
            </a:lvl2pPr>
            <a:lvl3pPr marL="0" marR="0" lvl="2" indent="0" algn="r" rtl="0">
              <a:lnSpc>
                <a:spcPct val="93000"/>
              </a:lnSpc>
              <a:buNone/>
              <a:defRPr/>
            </a:lvl3pPr>
            <a:lvl4pPr marL="0" marR="0" lvl="3" indent="0" algn="r" rtl="0">
              <a:lnSpc>
                <a:spcPct val="93000"/>
              </a:lnSpc>
              <a:buNone/>
              <a:defRPr/>
            </a:lvl4pPr>
            <a:lvl5pPr marL="0" marR="0" lvl="4" indent="0" algn="r" rtl="0">
              <a:lnSpc>
                <a:spcPct val="93000"/>
              </a:lnSpc>
              <a:buNone/>
              <a:defRPr/>
            </a:lvl5pPr>
            <a:lvl6pPr marL="0" marR="0" lvl="5" indent="0" algn="r" rtl="0">
              <a:lnSpc>
                <a:spcPct val="93000"/>
              </a:lnSpc>
              <a:buNone/>
              <a:defRPr/>
            </a:lvl6pPr>
            <a:lvl7pPr marL="0" marR="0" lvl="6" indent="0" algn="r" rtl="0">
              <a:lnSpc>
                <a:spcPct val="93000"/>
              </a:lnSpc>
              <a:buNone/>
              <a:defRPr/>
            </a:lvl7pPr>
            <a:lvl8pPr marL="0" marR="0" lvl="7" indent="0" algn="r" rtl="0">
              <a:lnSpc>
                <a:spcPct val="93000"/>
              </a:lnSpc>
              <a:buNone/>
              <a:defRPr/>
            </a:lvl8pPr>
            <a:lvl9pPr marL="0" marR="0" lvl="8" indent="0" algn="r" rtl="0">
              <a:lnSpc>
                <a:spcPct val="93000"/>
              </a:lnSpc>
              <a:buNone/>
              <a:defRPr/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1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2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3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4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5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6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7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8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9300" marR="0" lvl="1" indent="-3810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55700" marR="0" lvl="2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12900" marR="0" lvl="3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70100" marR="0" lvl="4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40000" marR="0" lvl="5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54400" marR="0" lvl="6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38700" marR="0" lvl="7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80200" marR="0" lvl="8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508800" y="304032"/>
            <a:ext cx="9142400" cy="127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ctr" anchorCtr="0">
            <a:noAutofit/>
          </a:bodyPr>
          <a:lstStyle>
            <a:lvl1pPr marL="0" lvl="0" indent="-889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9300" lvl="1" indent="-3810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55700" lvl="2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12900" lvl="3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70100" lvl="4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40000" lvl="5" indent="-3302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54400" lvl="6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38700" lvl="7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80200" lvl="8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07200" y="1782587"/>
            <a:ext cx="8937600" cy="441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475200" y="6941529"/>
            <a:ext cx="32192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7284799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0" algn="r" rtl="0">
              <a:lnSpc>
                <a:spcPct val="93000"/>
              </a:lnSpc>
              <a:buNone/>
              <a:defRPr/>
            </a:lvl1pPr>
            <a:lvl2pPr marL="0" marR="0" lvl="1" indent="0" algn="r" rtl="0">
              <a:lnSpc>
                <a:spcPct val="93000"/>
              </a:lnSpc>
              <a:buNone/>
              <a:defRPr/>
            </a:lvl2pPr>
            <a:lvl3pPr marL="0" marR="0" lvl="2" indent="0" algn="r" rtl="0">
              <a:lnSpc>
                <a:spcPct val="93000"/>
              </a:lnSpc>
              <a:buNone/>
              <a:defRPr/>
            </a:lvl3pPr>
            <a:lvl4pPr marL="0" marR="0" lvl="3" indent="0" algn="r" rtl="0">
              <a:lnSpc>
                <a:spcPct val="93000"/>
              </a:lnSpc>
              <a:buNone/>
              <a:defRPr/>
            </a:lvl4pPr>
            <a:lvl5pPr marL="0" marR="0" lvl="4" indent="0" algn="r" rtl="0">
              <a:lnSpc>
                <a:spcPct val="93000"/>
              </a:lnSpc>
              <a:buNone/>
              <a:defRPr/>
            </a:lvl5pPr>
            <a:lvl6pPr marL="0" marR="0" lvl="5" indent="0" algn="r" rtl="0">
              <a:lnSpc>
                <a:spcPct val="93000"/>
              </a:lnSpc>
              <a:buNone/>
              <a:defRPr/>
            </a:lvl6pPr>
            <a:lvl7pPr marL="0" marR="0" lvl="6" indent="0" algn="r" rtl="0">
              <a:lnSpc>
                <a:spcPct val="93000"/>
              </a:lnSpc>
              <a:buNone/>
              <a:defRPr/>
            </a:lvl7pPr>
            <a:lvl8pPr marL="0" marR="0" lvl="7" indent="0" algn="r" rtl="0">
              <a:lnSpc>
                <a:spcPct val="93000"/>
              </a:lnSpc>
              <a:buNone/>
              <a:defRPr/>
            </a:lvl8pPr>
            <a:lvl9pPr marL="0" marR="0" lvl="8" indent="0" algn="r" rtl="0">
              <a:lnSpc>
                <a:spcPct val="93000"/>
              </a:lnSpc>
              <a:buNone/>
              <a:defRPr/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1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2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3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4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5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6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7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8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9300" marR="0" lvl="1" indent="-3810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55700" marR="0" lvl="2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12900" marR="0" lvl="3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70100" marR="0" lvl="4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40000" marR="0" lvl="5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54400" marR="0" lvl="6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38700" marR="0" lvl="7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80200" marR="0" lvl="8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507200" y="304032"/>
            <a:ext cx="9142400" cy="127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ctr" anchorCtr="0">
            <a:noAutofit/>
          </a:bodyPr>
          <a:lstStyle>
            <a:lvl1pPr marL="0" lvl="0" indent="-889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9300" lvl="1" indent="-3810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55700" lvl="2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12900" lvl="3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70100" lvl="4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40000" lvl="5" indent="-3302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54400" lvl="6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38700" lvl="7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80200" lvl="8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"/>
          </p:nvPr>
        </p:nvSpPr>
        <p:spPr>
          <a:xfrm>
            <a:off x="507200" y="1782587"/>
            <a:ext cx="8939200" cy="441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342900" marR="0" lvl="0" indent="-4318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9300" marR="0" lvl="1" indent="-3810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155700" marR="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/>
            </a:lvl3pPr>
            <a:lvl4pPr marL="1612900" marR="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070100" marR="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540000" marR="0" lvl="5" indent="-3302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454400" marR="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4838700" marR="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6680200" marR="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2"/>
          </p:nvPr>
        </p:nvSpPr>
        <p:spPr>
          <a:xfrm>
            <a:off x="507200" y="1782587"/>
            <a:ext cx="8937600" cy="441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3475200" y="6941529"/>
            <a:ext cx="32192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7284799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0" algn="r" rtl="0">
              <a:lnSpc>
                <a:spcPct val="93000"/>
              </a:lnSpc>
              <a:buNone/>
              <a:defRPr/>
            </a:lvl1pPr>
            <a:lvl2pPr marL="0" marR="0" lvl="1" indent="0" algn="r" rtl="0">
              <a:lnSpc>
                <a:spcPct val="93000"/>
              </a:lnSpc>
              <a:buNone/>
              <a:defRPr/>
            </a:lvl2pPr>
            <a:lvl3pPr marL="0" marR="0" lvl="2" indent="0" algn="r" rtl="0">
              <a:lnSpc>
                <a:spcPct val="93000"/>
              </a:lnSpc>
              <a:buNone/>
              <a:defRPr/>
            </a:lvl3pPr>
            <a:lvl4pPr marL="0" marR="0" lvl="3" indent="0" algn="r" rtl="0">
              <a:lnSpc>
                <a:spcPct val="93000"/>
              </a:lnSpc>
              <a:buNone/>
              <a:defRPr/>
            </a:lvl4pPr>
            <a:lvl5pPr marL="0" marR="0" lvl="4" indent="0" algn="r" rtl="0">
              <a:lnSpc>
                <a:spcPct val="93000"/>
              </a:lnSpc>
              <a:buNone/>
              <a:defRPr/>
            </a:lvl5pPr>
            <a:lvl6pPr marL="0" marR="0" lvl="5" indent="0" algn="r" rtl="0">
              <a:lnSpc>
                <a:spcPct val="93000"/>
              </a:lnSpc>
              <a:buNone/>
              <a:defRPr/>
            </a:lvl6pPr>
            <a:lvl7pPr marL="0" marR="0" lvl="6" indent="0" algn="r" rtl="0">
              <a:lnSpc>
                <a:spcPct val="93000"/>
              </a:lnSpc>
              <a:buNone/>
              <a:defRPr/>
            </a:lvl7pPr>
            <a:lvl8pPr marL="0" marR="0" lvl="7" indent="0" algn="r" rtl="0">
              <a:lnSpc>
                <a:spcPct val="93000"/>
              </a:lnSpc>
              <a:buNone/>
              <a:defRPr/>
            </a:lvl8pPr>
            <a:lvl9pPr marL="0" marR="0" lvl="8" indent="0" algn="r" rtl="0">
              <a:lnSpc>
                <a:spcPct val="93000"/>
              </a:lnSpc>
              <a:buNone/>
              <a:defRPr/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1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2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3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4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5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6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7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8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507200" y="304032"/>
            <a:ext cx="9140800" cy="127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ctr" anchorCtr="0">
            <a:noAutofit/>
          </a:bodyPr>
          <a:lstStyle>
            <a:lvl1pPr marL="0" lvl="0" indent="-889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9300" lvl="1" indent="-3810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55700" lvl="2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12900" lvl="3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70100" lvl="4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40000" lvl="5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54400" lvl="6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38700" lvl="7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80200" lvl="8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507200" y="1782587"/>
            <a:ext cx="9140800" cy="441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ftr" idx="11"/>
          </p:nvPr>
        </p:nvSpPr>
        <p:spPr>
          <a:xfrm>
            <a:off x="3473600" y="6941529"/>
            <a:ext cx="32192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7283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0" algn="r" rtl="0">
              <a:lnSpc>
                <a:spcPct val="93000"/>
              </a:lnSpc>
              <a:buNone/>
              <a:defRPr/>
            </a:lvl1pPr>
            <a:lvl2pPr marL="0" marR="0" lvl="1" indent="0" algn="r" rtl="0">
              <a:lnSpc>
                <a:spcPct val="93000"/>
              </a:lnSpc>
              <a:buNone/>
              <a:defRPr/>
            </a:lvl2pPr>
            <a:lvl3pPr marL="0" marR="0" lvl="2" indent="0" algn="r" rtl="0">
              <a:lnSpc>
                <a:spcPct val="93000"/>
              </a:lnSpc>
              <a:buNone/>
              <a:defRPr/>
            </a:lvl3pPr>
            <a:lvl4pPr marL="0" marR="0" lvl="3" indent="0" algn="r" rtl="0">
              <a:lnSpc>
                <a:spcPct val="93000"/>
              </a:lnSpc>
              <a:buNone/>
              <a:defRPr/>
            </a:lvl4pPr>
            <a:lvl5pPr marL="0" marR="0" lvl="4" indent="0" algn="r" rtl="0">
              <a:lnSpc>
                <a:spcPct val="93000"/>
              </a:lnSpc>
              <a:buNone/>
              <a:defRPr/>
            </a:lvl5pPr>
            <a:lvl6pPr marL="0" marR="0" lvl="5" indent="0" algn="r" rtl="0">
              <a:lnSpc>
                <a:spcPct val="93000"/>
              </a:lnSpc>
              <a:buNone/>
              <a:defRPr/>
            </a:lvl6pPr>
            <a:lvl7pPr marL="0" marR="0" lvl="6" indent="0" algn="r" rtl="0">
              <a:lnSpc>
                <a:spcPct val="93000"/>
              </a:lnSpc>
              <a:buNone/>
              <a:defRPr/>
            </a:lvl7pPr>
            <a:lvl8pPr marL="0" marR="0" lvl="7" indent="0" algn="r" rtl="0">
              <a:lnSpc>
                <a:spcPct val="93000"/>
              </a:lnSpc>
              <a:buNone/>
              <a:defRPr/>
            </a:lvl8pPr>
            <a:lvl9pPr marL="0" marR="0" lvl="8" indent="0" algn="r" rtl="0">
              <a:lnSpc>
                <a:spcPct val="93000"/>
              </a:lnSpc>
              <a:buNone/>
              <a:defRPr/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1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2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3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4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5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6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7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8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552000" y="355237"/>
            <a:ext cx="9054399" cy="116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ctr" anchorCtr="0">
            <a:noAutofit/>
          </a:bodyPr>
          <a:lstStyle>
            <a:lvl1pPr marL="0" lvl="0" indent="-889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9300" lvl="1" indent="-3810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55700" lvl="2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12900" lvl="3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70100" lvl="4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40000" lvl="5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54400" lvl="6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38700" lvl="7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80200" lvl="8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507200" y="1782587"/>
            <a:ext cx="9140800" cy="441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>
            <a:spLocks noGrp="1"/>
          </p:cNvSpPr>
          <p:nvPr>
            <p:ph type="ctrTitle"/>
          </p:nvPr>
        </p:nvSpPr>
        <p:spPr>
          <a:xfrm>
            <a:off x="762000" y="2367139"/>
            <a:ext cx="8636000" cy="163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1pPr>
            <a:lvl2pPr marL="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0" marR="0" lvl="0" indent="0" algn="ctr" rtl="0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1pPr>
            <a:lvl2pPr marL="508000" marR="0" lvl="1" indent="0" algn="ctr" rtl="0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2pPr>
            <a:lvl3pPr marL="1016000" marR="0" lvl="2" indent="0" algn="ctr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3pPr>
            <a:lvl4pPr marL="1524000" marR="0" lvl="3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4pPr>
            <a:lvl5pPr marL="2032000" marR="0" lvl="4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5pPr>
            <a:lvl6pPr marL="2540000" marR="0" lvl="5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6pPr>
            <a:lvl7pPr marL="3048000" marR="0" lvl="6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7pPr>
            <a:lvl8pPr marL="3556000" marR="0" lvl="7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8pPr>
            <a:lvl9pPr marL="4064000" marR="0" lvl="8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508000" y="305153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144000" cy="5028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1pPr>
            <a:lvl2pPr marL="914400" lvl="1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/>
            </a:lvl2pPr>
            <a:lvl3pPr marL="1371600" lvl="2" indent="-330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3pPr>
            <a:lvl4pPr marL="182880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/>
            </a:lvl4pPr>
            <a:lvl5pPr marL="228600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/>
            </a:lvl5pPr>
            <a:lvl6pPr marL="274320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6pPr>
            <a:lvl7pPr marL="320040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7pPr>
            <a:lvl8pPr marL="365760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8pPr>
            <a:lvl9pPr marL="411480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title"/>
          </p:nvPr>
        </p:nvSpPr>
        <p:spPr>
          <a:xfrm>
            <a:off x="802570" y="4896555"/>
            <a:ext cx="8636000" cy="151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1"/>
          </p:nvPr>
        </p:nvSpPr>
        <p:spPr>
          <a:xfrm>
            <a:off x="802570" y="3229681"/>
            <a:ext cx="8636000" cy="1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b" anchorCtr="0">
            <a:noAutofit/>
          </a:bodyPr>
          <a:lstStyle>
            <a:lvl1pPr marL="457200" lvl="0" indent="-228600" rtl="0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1pPr>
            <a:lvl2pPr marL="914400" lvl="1" indent="-228600" rtl="0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2pPr>
            <a:lvl3pPr marL="1371600" lvl="2" indent="-2286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3pPr>
            <a:lvl4pPr marL="1828800" lvl="3" indent="-228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4pPr>
            <a:lvl5pPr marL="2286000" lvl="4" indent="-228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5pPr>
            <a:lvl6pPr marL="2743200" lvl="5" indent="-228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6pPr>
            <a:lvl7pPr marL="3200400" lvl="6" indent="-228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7pPr>
            <a:lvl8pPr marL="3657600" lvl="7" indent="-228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8pPr>
            <a:lvl9pPr marL="4114800" lvl="8" indent="-228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508000" y="305153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4487333" cy="5028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 rtl="0"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–"/>
              <a:defRPr/>
            </a:lvl2pPr>
            <a:lvl3pPr marL="1371600" lvl="2" indent="-330200" rtl="0"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30200" rtl="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body" idx="2"/>
          </p:nvPr>
        </p:nvSpPr>
        <p:spPr>
          <a:xfrm>
            <a:off x="5164667" y="1778000"/>
            <a:ext cx="4487333" cy="5028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 rtl="0"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–"/>
              <a:defRPr/>
            </a:lvl2pPr>
            <a:lvl3pPr marL="1371600" lvl="2" indent="-330200" rtl="0"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30200" rtl="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>
            <a:spLocks noGrp="1"/>
          </p:cNvSpPr>
          <p:nvPr>
            <p:ph type="title"/>
          </p:nvPr>
        </p:nvSpPr>
        <p:spPr>
          <a:xfrm>
            <a:off x="508000" y="305153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body" idx="1"/>
          </p:nvPr>
        </p:nvSpPr>
        <p:spPr>
          <a:xfrm>
            <a:off x="508000" y="1705681"/>
            <a:ext cx="4489098" cy="71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b" anchorCtr="0">
            <a:noAutofit/>
          </a:bodyPr>
          <a:lstStyle>
            <a:lvl1pPr marL="457200" lvl="0" indent="-228600" rtl="0"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/>
            </a:lvl1pPr>
            <a:lvl2pPr marL="914400" lvl="1" indent="-228600" rtl="0"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rtl="0">
              <a:spcBef>
                <a:spcPts val="500"/>
              </a:spcBef>
              <a:spcAft>
                <a:spcPts val="0"/>
              </a:spcAft>
              <a:buSzPts val="1600"/>
              <a:buFont typeface="Calibri"/>
              <a:buNone/>
              <a:defRPr/>
            </a:lvl3pPr>
            <a:lvl4pPr marL="1828800" lvl="3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4pPr>
            <a:lvl5pPr marL="2286000" lvl="4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5pPr>
            <a:lvl6pPr marL="2743200" lvl="5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6pPr>
            <a:lvl7pPr marL="3200400" lvl="6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7pPr>
            <a:lvl8pPr marL="3657600" lvl="7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8pPr>
            <a:lvl9pPr marL="4114800" lvl="8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body" idx="2"/>
          </p:nvPr>
        </p:nvSpPr>
        <p:spPr>
          <a:xfrm>
            <a:off x="508000" y="2416528"/>
            <a:ext cx="4489098" cy="439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 rtl="0"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–"/>
              <a:defRPr/>
            </a:lvl2pPr>
            <a:lvl3pPr marL="1371600" lvl="2" indent="-330200" rtl="0"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30200" rtl="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body" idx="3"/>
          </p:nvPr>
        </p:nvSpPr>
        <p:spPr>
          <a:xfrm>
            <a:off x="5161139" y="1705681"/>
            <a:ext cx="4490861" cy="71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b" anchorCtr="0">
            <a:noAutofit/>
          </a:bodyPr>
          <a:lstStyle>
            <a:lvl1pPr marL="457200" lvl="0" indent="-228600" rtl="0"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/>
            </a:lvl1pPr>
            <a:lvl2pPr marL="914400" lvl="1" indent="-228600" rtl="0"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rtl="0">
              <a:spcBef>
                <a:spcPts val="500"/>
              </a:spcBef>
              <a:spcAft>
                <a:spcPts val="0"/>
              </a:spcAft>
              <a:buSzPts val="1600"/>
              <a:buFont typeface="Calibri"/>
              <a:buNone/>
              <a:defRPr/>
            </a:lvl3pPr>
            <a:lvl4pPr marL="1828800" lvl="3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4pPr>
            <a:lvl5pPr marL="2286000" lvl="4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5pPr>
            <a:lvl6pPr marL="2743200" lvl="5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6pPr>
            <a:lvl7pPr marL="3200400" lvl="6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7pPr>
            <a:lvl8pPr marL="3657600" lvl="7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8pPr>
            <a:lvl9pPr marL="4114800" lvl="8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body" idx="4"/>
          </p:nvPr>
        </p:nvSpPr>
        <p:spPr>
          <a:xfrm>
            <a:off x="5161139" y="2416528"/>
            <a:ext cx="4490861" cy="439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 rtl="0"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–"/>
              <a:defRPr/>
            </a:lvl2pPr>
            <a:lvl3pPr marL="1371600" lvl="2" indent="-330200" rtl="0"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30200" rtl="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>
            <a:spLocks noGrp="1"/>
          </p:cNvSpPr>
          <p:nvPr>
            <p:ph type="title"/>
          </p:nvPr>
        </p:nvSpPr>
        <p:spPr>
          <a:xfrm>
            <a:off x="508000" y="305153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>
            <a:spLocks noGrp="1"/>
          </p:cNvSpPr>
          <p:nvPr>
            <p:ph type="title"/>
          </p:nvPr>
        </p:nvSpPr>
        <p:spPr>
          <a:xfrm>
            <a:off x="508000" y="303389"/>
            <a:ext cx="3342570" cy="129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29"/>
          <p:cNvSpPr txBox="1">
            <a:spLocks noGrp="1"/>
          </p:cNvSpPr>
          <p:nvPr>
            <p:ph type="body" idx="1"/>
          </p:nvPr>
        </p:nvSpPr>
        <p:spPr>
          <a:xfrm>
            <a:off x="3972278" y="303389"/>
            <a:ext cx="5679722" cy="6503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 rtl="0"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–"/>
              <a:defRPr/>
            </a:lvl2pPr>
            <a:lvl3pPr marL="1371600" lvl="2" indent="-330200" rtl="0"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40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30200" rtl="0"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body" idx="2"/>
          </p:nvPr>
        </p:nvSpPr>
        <p:spPr>
          <a:xfrm>
            <a:off x="508000" y="1594556"/>
            <a:ext cx="3342570" cy="5212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228600" rtl="0"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/>
            </a:lvl1pPr>
            <a:lvl2pPr marL="914400" lvl="1" indent="-228600" rtl="0"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rtl="0">
              <a:spcBef>
                <a:spcPts val="500"/>
              </a:spcBef>
              <a:spcAft>
                <a:spcPts val="0"/>
              </a:spcAft>
              <a:buSzPts val="1600"/>
              <a:buFont typeface="Calibri"/>
              <a:buNone/>
              <a:defRPr/>
            </a:lvl3pPr>
            <a:lvl4pPr marL="1828800" lvl="3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4pPr>
            <a:lvl5pPr marL="2286000" lvl="4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5pPr>
            <a:lvl6pPr marL="2743200" lvl="5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6pPr>
            <a:lvl7pPr marL="3200400" lvl="6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7pPr>
            <a:lvl8pPr marL="3657600" lvl="7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8pPr>
            <a:lvl9pPr marL="4114800" lvl="8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>
            <a:spLocks noGrp="1"/>
          </p:cNvSpPr>
          <p:nvPr>
            <p:ph type="title"/>
          </p:nvPr>
        </p:nvSpPr>
        <p:spPr>
          <a:xfrm>
            <a:off x="1991431" y="5334000"/>
            <a:ext cx="6096000" cy="62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30"/>
          <p:cNvSpPr>
            <a:spLocks noGrp="1"/>
          </p:cNvSpPr>
          <p:nvPr>
            <p:ph type="pic" idx="2"/>
          </p:nvPr>
        </p:nvSpPr>
        <p:spPr>
          <a:xfrm>
            <a:off x="1991431" y="680861"/>
            <a:ext cx="6096000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0"/>
          <p:cNvSpPr txBox="1">
            <a:spLocks noGrp="1"/>
          </p:cNvSpPr>
          <p:nvPr>
            <p:ph type="body" idx="1"/>
          </p:nvPr>
        </p:nvSpPr>
        <p:spPr>
          <a:xfrm>
            <a:off x="1991431" y="5963709"/>
            <a:ext cx="6096000" cy="89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228600" rtl="0"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/>
            </a:lvl1pPr>
            <a:lvl2pPr marL="914400" lvl="1" indent="-228600" rtl="0"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rtl="0">
              <a:spcBef>
                <a:spcPts val="500"/>
              </a:spcBef>
              <a:spcAft>
                <a:spcPts val="0"/>
              </a:spcAft>
              <a:buSzPts val="1600"/>
              <a:buFont typeface="Calibri"/>
              <a:buNone/>
              <a:defRPr/>
            </a:lvl3pPr>
            <a:lvl4pPr marL="1828800" lvl="3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4pPr>
            <a:lvl5pPr marL="2286000" lvl="4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5pPr>
            <a:lvl6pPr marL="2743200" lvl="5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6pPr>
            <a:lvl7pPr marL="3200400" lvl="6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7pPr>
            <a:lvl8pPr marL="3657600" lvl="7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8pPr>
            <a:lvl9pPr marL="4114800" lvl="8" indent="-228600" rtl="0"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0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>
            <a:spLocks noGrp="1"/>
          </p:cNvSpPr>
          <p:nvPr>
            <p:ph type="title"/>
          </p:nvPr>
        </p:nvSpPr>
        <p:spPr>
          <a:xfrm>
            <a:off x="508000" y="305153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31"/>
          <p:cNvSpPr txBox="1">
            <a:spLocks noGrp="1"/>
          </p:cNvSpPr>
          <p:nvPr>
            <p:ph type="body" idx="1"/>
          </p:nvPr>
        </p:nvSpPr>
        <p:spPr>
          <a:xfrm rot="5400000">
            <a:off x="2565576" y="-279576"/>
            <a:ext cx="5028848" cy="9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1pPr>
            <a:lvl2pPr marL="914400" lvl="1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/>
            </a:lvl2pPr>
            <a:lvl3pPr marL="1371600" lvl="2" indent="-330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3pPr>
            <a:lvl4pPr marL="182880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/>
            </a:lvl4pPr>
            <a:lvl5pPr marL="228600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/>
            </a:lvl5pPr>
            <a:lvl6pPr marL="274320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6pPr>
            <a:lvl7pPr marL="320040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7pPr>
            <a:lvl8pPr marL="365760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8pPr>
            <a:lvl9pPr marL="411480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>
            <a:spLocks noGrp="1"/>
          </p:cNvSpPr>
          <p:nvPr>
            <p:ph type="title"/>
          </p:nvPr>
        </p:nvSpPr>
        <p:spPr>
          <a:xfrm rot="5400000">
            <a:off x="5258153" y="2413001"/>
            <a:ext cx="65016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32"/>
          <p:cNvSpPr txBox="1">
            <a:spLocks noGrp="1"/>
          </p:cNvSpPr>
          <p:nvPr>
            <p:ph type="body" idx="1"/>
          </p:nvPr>
        </p:nvSpPr>
        <p:spPr>
          <a:xfrm rot="5400000">
            <a:off x="601486" y="211668"/>
            <a:ext cx="6501695" cy="668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1pPr>
            <a:lvl2pPr marL="914400" lvl="1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/>
            </a:lvl2pPr>
            <a:lvl3pPr marL="1371600" lvl="2" indent="-330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3pPr>
            <a:lvl4pPr marL="182880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/>
            </a:lvl4pPr>
            <a:lvl5pPr marL="228600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/>
            </a:lvl5pPr>
            <a:lvl6pPr marL="274320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6pPr>
            <a:lvl7pPr marL="320040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7pPr>
            <a:lvl8pPr marL="365760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8pPr>
            <a:lvl9pPr marL="411480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title"/>
          </p:nvPr>
        </p:nvSpPr>
        <p:spPr>
          <a:xfrm>
            <a:off x="508000" y="303212"/>
            <a:ext cx="9142412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-889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2950" lvl="1" indent="-37465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43000" lvl="2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00200" lvl="3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57400" lvl="4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14600" lvl="5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29000" lvl="6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00600" lvl="7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29400" lvl="8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body" idx="1"/>
          </p:nvPr>
        </p:nvSpPr>
        <p:spPr>
          <a:xfrm>
            <a:off x="508000" y="1782762"/>
            <a:ext cx="9142412" cy="441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>
            <a:spLocks noGrp="1"/>
          </p:cNvSpPr>
          <p:nvPr>
            <p:ph type="title"/>
          </p:nvPr>
        </p:nvSpPr>
        <p:spPr>
          <a:xfrm>
            <a:off x="508000" y="303212"/>
            <a:ext cx="9144000" cy="127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-889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2950" lvl="1" indent="-37465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43000" lvl="2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00200" lvl="3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57400" lvl="4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14600" lvl="5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29000" lvl="6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00600" lvl="7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29400" lvl="8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body" idx="1"/>
          </p:nvPr>
        </p:nvSpPr>
        <p:spPr>
          <a:xfrm>
            <a:off x="508000" y="1782762"/>
            <a:ext cx="8940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62000" y="676275"/>
            <a:ext cx="8636000" cy="127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62000" y="2200275"/>
            <a:ext cx="8636000" cy="457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62000" y="6942137"/>
            <a:ext cx="2117725" cy="50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470275" y="6942137"/>
            <a:ext cx="3219450" cy="50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7280275" y="6942137"/>
            <a:ext cx="2119312" cy="50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7200" y="304032"/>
            <a:ext cx="9140800" cy="127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ctr" anchorCtr="0">
            <a:noAutofit/>
          </a:bodyPr>
          <a:lstStyle>
            <a:lvl1pPr marL="0" marR="0" lvl="0" indent="-889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749300" marR="0" lvl="1" indent="-3810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155700" marR="0" lvl="2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612900" marR="0" lvl="3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070100" marR="0" lvl="4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540000" marR="0" lvl="5" indent="-3302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454400" marR="0" lvl="6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4838700" marR="0" lvl="7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6680200" marR="0" lvl="8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507200" y="1782587"/>
            <a:ext cx="8937600" cy="441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457200" marR="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marR="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marR="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marR="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marR="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marR="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marR="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marR="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marR="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749300" marR="0" lvl="1" indent="-3810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155700" marR="0" lvl="2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612900" marR="0" lvl="3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070100" marR="0" lvl="4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540000" marR="0" lvl="5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454400" marR="0" lvl="6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4838700" marR="0" lvl="7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6680200" marR="0" lvl="8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475200" y="6941529"/>
            <a:ext cx="32192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7284799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0" algn="r" rtl="0">
              <a:lnSpc>
                <a:spcPct val="93000"/>
              </a:lnSpc>
              <a:buNone/>
              <a:defRPr sz="1400"/>
            </a:lvl1pPr>
            <a:lvl2pPr marL="0" marR="0" lvl="1" indent="0" algn="r" rtl="0">
              <a:lnSpc>
                <a:spcPct val="93000"/>
              </a:lnSpc>
              <a:buNone/>
              <a:defRPr sz="1400"/>
            </a:lvl2pPr>
            <a:lvl3pPr marL="0" marR="0" lvl="2" indent="0" algn="r" rtl="0">
              <a:lnSpc>
                <a:spcPct val="93000"/>
              </a:lnSpc>
              <a:buNone/>
              <a:defRPr sz="1400"/>
            </a:lvl3pPr>
            <a:lvl4pPr marL="0" marR="0" lvl="3" indent="0" algn="r" rtl="0">
              <a:lnSpc>
                <a:spcPct val="93000"/>
              </a:lnSpc>
              <a:buNone/>
              <a:defRPr sz="1400"/>
            </a:lvl4pPr>
            <a:lvl5pPr marL="0" marR="0" lvl="4" indent="0" algn="r" rtl="0">
              <a:lnSpc>
                <a:spcPct val="93000"/>
              </a:lnSpc>
              <a:buNone/>
              <a:defRPr sz="1400"/>
            </a:lvl5pPr>
            <a:lvl6pPr marL="0" marR="0" lvl="5" indent="0" algn="r" rtl="0">
              <a:lnSpc>
                <a:spcPct val="93000"/>
              </a:lnSpc>
              <a:buNone/>
              <a:defRPr sz="1400"/>
            </a:lvl6pPr>
            <a:lvl7pPr marL="0" marR="0" lvl="6" indent="0" algn="r" rtl="0">
              <a:lnSpc>
                <a:spcPct val="93000"/>
              </a:lnSpc>
              <a:buNone/>
              <a:defRPr sz="1400"/>
            </a:lvl7pPr>
            <a:lvl8pPr marL="0" marR="0" lvl="7" indent="0" algn="r" rtl="0">
              <a:lnSpc>
                <a:spcPct val="93000"/>
              </a:lnSpc>
              <a:buNone/>
              <a:defRPr sz="1400"/>
            </a:lvl8pPr>
            <a:lvl9pPr marL="0" marR="0" lvl="8" indent="0" algn="r" rtl="0">
              <a:lnSpc>
                <a:spcPct val="93000"/>
              </a:lnSpc>
              <a:buNone/>
              <a:defRPr sz="1400"/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1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2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3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4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5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6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7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8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507200" y="304032"/>
            <a:ext cx="9140800" cy="127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ctr" anchorCtr="0">
            <a:noAutofit/>
          </a:bodyPr>
          <a:lstStyle>
            <a:lvl1pPr marL="0" marR="0" lvl="0" indent="-889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749300" marR="0" lvl="1" indent="-3810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155700" marR="0" lvl="2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612900" marR="0" lvl="3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070100" marR="0" lvl="4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540000" marR="0" lvl="5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454400" marR="0" lvl="6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4838700" marR="0" lvl="7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6680200" marR="0" lvl="8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507200" y="1782587"/>
            <a:ext cx="9140800" cy="441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457200" marR="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marR="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marR="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marR="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marR="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marR="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marR="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marR="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marR="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ftr" idx="11"/>
          </p:nvPr>
        </p:nvSpPr>
        <p:spPr>
          <a:xfrm>
            <a:off x="3473600" y="6941529"/>
            <a:ext cx="32192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-889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7283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0" marR="0" lvl="0" indent="0" algn="r" rtl="0">
              <a:lnSpc>
                <a:spcPct val="93000"/>
              </a:lnSpc>
              <a:buNone/>
              <a:defRPr sz="1400"/>
            </a:lvl1pPr>
            <a:lvl2pPr marL="0" marR="0" lvl="1" indent="0" algn="r" rtl="0">
              <a:lnSpc>
                <a:spcPct val="93000"/>
              </a:lnSpc>
              <a:buNone/>
              <a:defRPr sz="1400"/>
            </a:lvl2pPr>
            <a:lvl3pPr marL="0" marR="0" lvl="2" indent="0" algn="r" rtl="0">
              <a:lnSpc>
                <a:spcPct val="93000"/>
              </a:lnSpc>
              <a:buNone/>
              <a:defRPr sz="1400"/>
            </a:lvl3pPr>
            <a:lvl4pPr marL="0" marR="0" lvl="3" indent="0" algn="r" rtl="0">
              <a:lnSpc>
                <a:spcPct val="93000"/>
              </a:lnSpc>
              <a:buNone/>
              <a:defRPr sz="1400"/>
            </a:lvl4pPr>
            <a:lvl5pPr marL="0" marR="0" lvl="4" indent="0" algn="r" rtl="0">
              <a:lnSpc>
                <a:spcPct val="93000"/>
              </a:lnSpc>
              <a:buNone/>
              <a:defRPr sz="1400"/>
            </a:lvl5pPr>
            <a:lvl6pPr marL="0" marR="0" lvl="5" indent="0" algn="r" rtl="0">
              <a:lnSpc>
                <a:spcPct val="93000"/>
              </a:lnSpc>
              <a:buNone/>
              <a:defRPr sz="1400"/>
            </a:lvl6pPr>
            <a:lvl7pPr marL="0" marR="0" lvl="6" indent="0" algn="r" rtl="0">
              <a:lnSpc>
                <a:spcPct val="93000"/>
              </a:lnSpc>
              <a:buNone/>
              <a:defRPr sz="1400"/>
            </a:lvl7pPr>
            <a:lvl8pPr marL="0" marR="0" lvl="7" indent="0" algn="r" rtl="0">
              <a:lnSpc>
                <a:spcPct val="93000"/>
              </a:lnSpc>
              <a:buNone/>
              <a:defRPr sz="1400"/>
            </a:lvl8pPr>
            <a:lvl9pPr marL="0" marR="0" lvl="8" indent="0" algn="r" rtl="0">
              <a:lnSpc>
                <a:spcPct val="93000"/>
              </a:lnSpc>
              <a:buNone/>
              <a:defRPr sz="1400"/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1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2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3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4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5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  <a:p>
            <a:pPr marL="0" lvl="6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0" lvl="7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/>
          </a:p>
          <a:p>
            <a:pPr marL="0" lvl="8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761600" y="2366648"/>
            <a:ext cx="8633600" cy="1632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ctr" anchorCtr="0">
            <a:noAutofit/>
          </a:bodyPr>
          <a:lstStyle>
            <a:lvl1pPr marL="0" marR="0" lvl="0" indent="-889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749300" marR="0" lvl="1" indent="-3810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155700" marR="0" lvl="2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612900" marR="0" lvl="3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070100" marR="0" lvl="4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540000" marR="0" lvl="5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454400" marR="0" lvl="6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4838700" marR="0" lvl="7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6680200" marR="0" lvl="8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507200" y="1782587"/>
            <a:ext cx="9140800" cy="441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>
            <a:lvl1pPr marL="457200" marR="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marR="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marR="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marR="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marR="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marR="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marR="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marR="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marR="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508000" y="305153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1pPr>
            <a:lvl2pPr marL="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144000" cy="5028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marR="0" lvl="0" indent="-3302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1pPr>
            <a:lvl2pPr marL="914400" marR="0" lvl="1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/>
            </a:lvl2pPr>
            <a:lvl3pPr marL="1371600" marR="0" lvl="2" indent="-330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/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dt" idx="10"/>
          </p:nvPr>
        </p:nvSpPr>
        <p:spPr>
          <a:xfrm>
            <a:off x="508000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ftr" idx="11"/>
          </p:nvPr>
        </p:nvSpPr>
        <p:spPr>
          <a:xfrm>
            <a:off x="3471333" y="7062611"/>
            <a:ext cx="3217333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-1016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508000" marR="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016000" marR="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524000" marR="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032000" marR="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540000" marR="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048000" marR="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556000" marR="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064000" marR="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ldNum" idx="12"/>
          </p:nvPr>
        </p:nvSpPr>
        <p:spPr>
          <a:xfrm>
            <a:off x="7281334" y="7062611"/>
            <a:ext cx="2370667" cy="4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marL="0" marR="0" lvl="0" indent="0" algn="r" rtl="0">
              <a:buNone/>
              <a:defRPr sz="1600"/>
            </a:lvl1pPr>
            <a:lvl2pPr marL="0" marR="0" lvl="1" indent="0" algn="r" rtl="0">
              <a:buNone/>
              <a:defRPr sz="1600"/>
            </a:lvl2pPr>
            <a:lvl3pPr marL="0" marR="0" lvl="2" indent="0" algn="r" rtl="0">
              <a:buNone/>
              <a:defRPr sz="1600"/>
            </a:lvl3pPr>
            <a:lvl4pPr marL="0" marR="0" lvl="3" indent="0" algn="r" rtl="0">
              <a:buNone/>
              <a:defRPr sz="1600"/>
            </a:lvl4pPr>
            <a:lvl5pPr marL="0" marR="0" lvl="4" indent="0" algn="r" rtl="0">
              <a:buNone/>
              <a:defRPr sz="1600"/>
            </a:lvl5pPr>
            <a:lvl6pPr marL="0" marR="0" lvl="5" indent="0" algn="r" rtl="0">
              <a:buNone/>
              <a:defRPr sz="1600"/>
            </a:lvl6pPr>
            <a:lvl7pPr marL="0" marR="0" lvl="6" indent="0" algn="r" rtl="0">
              <a:buNone/>
              <a:defRPr sz="1600"/>
            </a:lvl7pPr>
            <a:lvl8pPr marL="0" marR="0" lvl="7" indent="0" algn="r" rtl="0">
              <a:buNone/>
              <a:defRPr sz="1600"/>
            </a:lvl8pPr>
            <a:lvl9pPr marL="0" marR="0" lvl="8" indent="0" algn="r" rtl="0">
              <a:buNone/>
              <a:defRPr sz="1600"/>
            </a:lvl9pPr>
          </a:lstStyle>
          <a:p>
            <a:pPr marL="0" lvl="0" indent="-101600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508000" lvl="1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1016000" lvl="2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1524000" lvl="3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2032000" lvl="4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2540000" lvl="5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  <a:p>
            <a:pPr marL="3048000" lvl="6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/>
          </a:p>
          <a:p>
            <a:pPr marL="3556000" lvl="7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endParaRPr/>
          </a:p>
          <a:p>
            <a:pPr marL="4064000" lvl="8" indent="-1016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title"/>
          </p:nvPr>
        </p:nvSpPr>
        <p:spPr>
          <a:xfrm>
            <a:off x="508000" y="303212"/>
            <a:ext cx="9142412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742950" marR="0" lvl="1" indent="-37465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143000" marR="0" lvl="2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600200" marR="0" lvl="3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57400" marR="0" lvl="4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14600" marR="0" lvl="5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29000" marR="0" lvl="6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00600" marR="0" lvl="7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629400" marR="0" lvl="8" indent="-31750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body" idx="1"/>
          </p:nvPr>
        </p:nvSpPr>
        <p:spPr>
          <a:xfrm>
            <a:off x="508000" y="1782762"/>
            <a:ext cx="9142412" cy="441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marR="0" lvl="1" indent="-317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marR="0" lvl="2" indent="-317500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marR="0" lvl="3" indent="-31750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marR="0" lvl="4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marR="0" lvl="5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marR="0" lvl="6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marR="0" lvl="7" indent="-31750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marR="0" lvl="8" indent="-31750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eclipse.org/site_login/createaccount.ph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git.eclipse.org/r/#/setting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png"/><Relationship Id="rId4" Type="http://schemas.openxmlformats.org/officeDocument/2006/relationships/hyperlink" Target="https://git.eclipse.org/r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jpg"/><Relationship Id="rId5" Type="http://schemas.openxmlformats.org/officeDocument/2006/relationships/image" Target="../media/image40.pn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png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7.png"/><Relationship Id="rId4" Type="http://schemas.openxmlformats.org/officeDocument/2006/relationships/hyperlink" Target="https://git.eclipse.org/r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eclipse.org/site_login/createaccount.php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git.eclipse.org/r/#/settings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4.jpg"/><Relationship Id="rId4" Type="http://schemas.openxmlformats.org/officeDocument/2006/relationships/hyperlink" Target="http://www.eclipsecon.org/201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>
            <a:spLocks noGrp="1"/>
          </p:cNvSpPr>
          <p:nvPr>
            <p:ph type="title"/>
          </p:nvPr>
        </p:nvSpPr>
        <p:spPr>
          <a:xfrm>
            <a:off x="508000" y="303212"/>
            <a:ext cx="9144000" cy="127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25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study: Contributing to Eclipse </a:t>
            </a:r>
            <a:endParaRPr/>
          </a:p>
        </p:txBody>
      </p:sp>
      <p:sp>
        <p:nvSpPr>
          <p:cNvPr id="209" name="Google Shape;209;p38"/>
          <p:cNvSpPr txBox="1">
            <a:spLocks noGrp="1"/>
          </p:cNvSpPr>
          <p:nvPr>
            <p:ph type="body" idx="1"/>
          </p:nvPr>
        </p:nvSpPr>
        <p:spPr>
          <a:xfrm>
            <a:off x="508000" y="1782762"/>
            <a:ext cx="8940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75" rIns="0" bIns="0" anchor="t" anchorCtr="0">
            <a:noAutofit/>
          </a:bodyPr>
          <a:lstStyle/>
          <a:p>
            <a:pPr marL="431800" marR="0" lvl="0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user account </a:t>
            </a:r>
            <a:r>
              <a:rPr lang="en" sz="3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https://dev.eclipse.org/site_login/createaccount.php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 into https://projects.eclipse.org/ and agree to the Contributor License agreement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Logon to the Gerrit Web UI at https://git.eclipse.org/r/ using the email address you registered with your Eclipse (and Bugzilla) account and your Eclipse password.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https://git.eclipse.org/r/#/settings/</a:t>
            </a: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and upload your public SSH key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Clone platform.ui from git.eclipse.org (this takes a while)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 something and upload the change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>
            <a:spLocks noGrp="1"/>
          </p:cNvSpPr>
          <p:nvPr>
            <p:ph type="ctrTitle"/>
          </p:nvPr>
        </p:nvSpPr>
        <p:spPr>
          <a:xfrm>
            <a:off x="438150" y="355600"/>
            <a:ext cx="928370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9"/>
          <p:cNvSpPr/>
          <p:nvPr/>
        </p:nvSpPr>
        <p:spPr>
          <a:xfrm>
            <a:off x="654050" y="1625600"/>
            <a:ext cx="9028112" cy="47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 i="1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3200" b="0" i="1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32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1">
                <a:solidFill>
                  <a:srgbClr val="1155CC"/>
                </a:solidFill>
              </a:rPr>
              <a:t>Exercises</a:t>
            </a:r>
            <a:endParaRPr sz="3200" b="1" i="1" u="none" strike="noStrike" cap="none">
              <a:solidFill>
                <a:srgbClr val="1155CC"/>
              </a:solidFill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Setup </a:t>
            </a:r>
            <a:r>
              <a:rPr lang="en" sz="3200" b="1"/>
              <a:t>&amp;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Cloning the Sample Repository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Development with EGit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Code Review</a:t>
            </a:r>
            <a:b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Contribution to </a:t>
            </a:r>
            <a:r>
              <a:rPr lang="en" sz="3200" b="1"/>
              <a:t>Eclipse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 i="1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sz="3200" b="0" i="1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0400"/>
            <a:ext cx="10160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9"/>
          <p:cNvSpPr/>
          <p:nvPr/>
        </p:nvSpPr>
        <p:spPr>
          <a:xfrm>
            <a:off x="2076450" y="7213600"/>
            <a:ext cx="5172075" cy="16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/>
          <p:nvPr/>
        </p:nvSpPr>
        <p:spPr>
          <a:xfrm>
            <a:off x="279400" y="414337"/>
            <a:ext cx="9247187" cy="53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40"/>
          <p:cNvSpPr/>
          <p:nvPr/>
        </p:nvSpPr>
        <p:spPr>
          <a:xfrm>
            <a:off x="501650" y="1073150"/>
            <a:ext cx="9067800" cy="545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Version Control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Distributed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Created 2005 for Linux Kernel development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Enables collaborative Workflows</a:t>
            </a:r>
            <a:endParaRPr sz="3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1">
              <a:solidFill>
                <a:srgbClr val="0070C0"/>
              </a:solidFill>
            </a:endParaRPr>
          </a:p>
        </p:txBody>
      </p:sp>
      <p:pic>
        <p:nvPicPr>
          <p:cNvPr id="224" name="Google Shape;2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6137" y="3567900"/>
            <a:ext cx="677862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010400"/>
            <a:ext cx="10160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0"/>
          <p:cNvSpPr/>
          <p:nvPr/>
        </p:nvSpPr>
        <p:spPr>
          <a:xfrm>
            <a:off x="2076450" y="7213600"/>
            <a:ext cx="5173662" cy="16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9675" y="1179825"/>
            <a:ext cx="398145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8187" y="209550"/>
            <a:ext cx="1773237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1"/>
          <p:cNvSpPr/>
          <p:nvPr/>
        </p:nvSpPr>
        <p:spPr>
          <a:xfrm>
            <a:off x="279400" y="414337"/>
            <a:ext cx="9247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at Eclipse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010400"/>
            <a:ext cx="10160001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1"/>
          <p:cNvSpPr/>
          <p:nvPr/>
        </p:nvSpPr>
        <p:spPr>
          <a:xfrm>
            <a:off x="2076450" y="7213600"/>
            <a:ext cx="51738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6" name="Google Shape;236;p41"/>
          <p:cNvCxnSpPr/>
          <p:nvPr/>
        </p:nvCxnSpPr>
        <p:spPr>
          <a:xfrm>
            <a:off x="831400" y="5809500"/>
            <a:ext cx="8497200" cy="0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41"/>
          <p:cNvCxnSpPr/>
          <p:nvPr/>
        </p:nvCxnSpPr>
        <p:spPr>
          <a:xfrm>
            <a:off x="1466400" y="5536925"/>
            <a:ext cx="0" cy="261900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41"/>
          <p:cNvCxnSpPr/>
          <p:nvPr/>
        </p:nvCxnSpPr>
        <p:spPr>
          <a:xfrm>
            <a:off x="3351750" y="5547600"/>
            <a:ext cx="0" cy="261900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41"/>
          <p:cNvCxnSpPr/>
          <p:nvPr/>
        </p:nvCxnSpPr>
        <p:spPr>
          <a:xfrm>
            <a:off x="5226375" y="5547600"/>
            <a:ext cx="0" cy="261900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" name="Google Shape;240;p41"/>
          <p:cNvCxnSpPr/>
          <p:nvPr/>
        </p:nvCxnSpPr>
        <p:spPr>
          <a:xfrm>
            <a:off x="7340325" y="5547600"/>
            <a:ext cx="0" cy="261900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" name="Google Shape;241;p41"/>
          <p:cNvSpPr txBox="1"/>
          <p:nvPr/>
        </p:nvSpPr>
        <p:spPr>
          <a:xfrm>
            <a:off x="1126050" y="5940450"/>
            <a:ext cx="8508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2010</a:t>
            </a:r>
            <a:endParaRPr sz="1800" b="1"/>
          </a:p>
        </p:txBody>
      </p:sp>
      <p:sp>
        <p:nvSpPr>
          <p:cNvPr id="242" name="Google Shape;242;p41"/>
          <p:cNvSpPr txBox="1"/>
          <p:nvPr/>
        </p:nvSpPr>
        <p:spPr>
          <a:xfrm>
            <a:off x="2926350" y="5940450"/>
            <a:ext cx="8508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2011</a:t>
            </a:r>
            <a:endParaRPr sz="1800" b="1"/>
          </a:p>
        </p:txBody>
      </p:sp>
      <p:sp>
        <p:nvSpPr>
          <p:cNvPr id="243" name="Google Shape;243;p41"/>
          <p:cNvSpPr txBox="1"/>
          <p:nvPr/>
        </p:nvSpPr>
        <p:spPr>
          <a:xfrm>
            <a:off x="4800975" y="5940450"/>
            <a:ext cx="8508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2012</a:t>
            </a:r>
            <a:endParaRPr sz="1800" b="1"/>
          </a:p>
        </p:txBody>
      </p:sp>
      <p:sp>
        <p:nvSpPr>
          <p:cNvPr id="244" name="Google Shape;244;p41"/>
          <p:cNvSpPr txBox="1"/>
          <p:nvPr/>
        </p:nvSpPr>
        <p:spPr>
          <a:xfrm>
            <a:off x="8819400" y="5940450"/>
            <a:ext cx="8508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2014</a:t>
            </a:r>
            <a:endParaRPr sz="1800" b="1"/>
          </a:p>
        </p:txBody>
      </p:sp>
      <p:sp>
        <p:nvSpPr>
          <p:cNvPr id="245" name="Google Shape;245;p41"/>
          <p:cNvSpPr txBox="1"/>
          <p:nvPr/>
        </p:nvSpPr>
        <p:spPr>
          <a:xfrm>
            <a:off x="279400" y="3571225"/>
            <a:ext cx="1773300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EGit and JGit projects used Git and Gerrit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246" name="Google Shape;246;p41"/>
          <p:cNvSpPr txBox="1"/>
          <p:nvPr/>
        </p:nvSpPr>
        <p:spPr>
          <a:xfrm>
            <a:off x="2304325" y="2952188"/>
            <a:ext cx="1937700" cy="11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Projects could move to git</a:t>
            </a:r>
            <a:endParaRPr sz="1800" b="1"/>
          </a:p>
        </p:txBody>
      </p:sp>
      <p:sp>
        <p:nvSpPr>
          <p:cNvPr id="247" name="Google Shape;247;p41"/>
          <p:cNvSpPr txBox="1"/>
          <p:nvPr/>
        </p:nvSpPr>
        <p:spPr>
          <a:xfrm>
            <a:off x="4801400" y="3138763"/>
            <a:ext cx="1610400" cy="10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Gerrit available for all projects</a:t>
            </a:r>
            <a:endParaRPr sz="1800" b="1"/>
          </a:p>
        </p:txBody>
      </p:sp>
      <p:sp>
        <p:nvSpPr>
          <p:cNvPr id="248" name="Google Shape;248;p41"/>
          <p:cNvSpPr txBox="1"/>
          <p:nvPr/>
        </p:nvSpPr>
        <p:spPr>
          <a:xfrm>
            <a:off x="6952250" y="3444013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CVS support ended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cxnSp>
        <p:nvCxnSpPr>
          <p:cNvPr id="249" name="Google Shape;249;p41"/>
          <p:cNvCxnSpPr>
            <a:stCxn id="245" idx="2"/>
          </p:cNvCxnSpPr>
          <p:nvPr/>
        </p:nvCxnSpPr>
        <p:spPr>
          <a:xfrm>
            <a:off x="1166050" y="4816225"/>
            <a:ext cx="12300" cy="98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41"/>
          <p:cNvCxnSpPr/>
          <p:nvPr/>
        </p:nvCxnSpPr>
        <p:spPr>
          <a:xfrm flipH="1">
            <a:off x="3057575" y="4228975"/>
            <a:ext cx="13200" cy="150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41"/>
          <p:cNvCxnSpPr>
            <a:stCxn id="247" idx="2"/>
          </p:cNvCxnSpPr>
          <p:nvPr/>
        </p:nvCxnSpPr>
        <p:spPr>
          <a:xfrm>
            <a:off x="5606600" y="4206462"/>
            <a:ext cx="6600" cy="159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41"/>
          <p:cNvCxnSpPr/>
          <p:nvPr/>
        </p:nvCxnSpPr>
        <p:spPr>
          <a:xfrm>
            <a:off x="7266500" y="4098050"/>
            <a:ext cx="0" cy="1649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41"/>
          <p:cNvCxnSpPr/>
          <p:nvPr/>
        </p:nvCxnSpPr>
        <p:spPr>
          <a:xfrm>
            <a:off x="9244800" y="5536925"/>
            <a:ext cx="0" cy="261900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41"/>
          <p:cNvSpPr txBox="1"/>
          <p:nvPr/>
        </p:nvSpPr>
        <p:spPr>
          <a:xfrm>
            <a:off x="6914925" y="5944575"/>
            <a:ext cx="8508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2013</a:t>
            </a:r>
            <a:endParaRPr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>
            <a:spLocks noGrp="1"/>
          </p:cNvSpPr>
          <p:nvPr>
            <p:ph type="ctrTitle"/>
          </p:nvPr>
        </p:nvSpPr>
        <p:spPr>
          <a:xfrm>
            <a:off x="749300" y="2417762"/>
            <a:ext cx="8661400" cy="1747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 with Git and Eclipse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0400"/>
            <a:ext cx="10160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2"/>
          <p:cNvSpPr/>
          <p:nvPr/>
        </p:nvSpPr>
        <p:spPr>
          <a:xfrm>
            <a:off x="1974850" y="7213600"/>
            <a:ext cx="5173662" cy="16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3943350"/>
            <a:ext cx="3186112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3"/>
          <p:cNvSpPr/>
          <p:nvPr/>
        </p:nvSpPr>
        <p:spPr>
          <a:xfrm>
            <a:off x="1951037" y="4005262"/>
            <a:ext cx="3089275" cy="220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 PC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8" name="Google Shape;26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787" y="704850"/>
            <a:ext cx="2974975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3"/>
          <p:cNvSpPr/>
          <p:nvPr/>
        </p:nvSpPr>
        <p:spPr>
          <a:xfrm>
            <a:off x="3175000" y="765175"/>
            <a:ext cx="2873375" cy="191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Gerrit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0612" y="1571625"/>
            <a:ext cx="592137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3"/>
          <p:cNvSpPr/>
          <p:nvPr/>
        </p:nvSpPr>
        <p:spPr>
          <a:xfrm>
            <a:off x="3679825" y="1749425"/>
            <a:ext cx="496887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2" name="Google Shape;272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1187" y="1571625"/>
            <a:ext cx="601662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3"/>
          <p:cNvSpPr/>
          <p:nvPr/>
        </p:nvSpPr>
        <p:spPr>
          <a:xfrm>
            <a:off x="4471987" y="1749425"/>
            <a:ext cx="496887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6012" y="1781175"/>
            <a:ext cx="5937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3"/>
          <p:cNvSpPr/>
          <p:nvPr/>
        </p:nvSpPr>
        <p:spPr>
          <a:xfrm>
            <a:off x="4975225" y="1965325"/>
            <a:ext cx="496887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6" name="Google Shape;276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16362" y="1781175"/>
            <a:ext cx="601662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3"/>
          <p:cNvSpPr/>
          <p:nvPr/>
        </p:nvSpPr>
        <p:spPr>
          <a:xfrm>
            <a:off x="3967162" y="1965325"/>
            <a:ext cx="496887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8" name="Google Shape;278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66850" y="4086225"/>
            <a:ext cx="31940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3"/>
          <p:cNvSpPr/>
          <p:nvPr/>
        </p:nvSpPr>
        <p:spPr>
          <a:xfrm>
            <a:off x="1519237" y="4148137"/>
            <a:ext cx="3089275" cy="220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 PC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p4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85925" y="5238750"/>
            <a:ext cx="592137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3"/>
          <p:cNvSpPr/>
          <p:nvPr/>
        </p:nvSpPr>
        <p:spPr>
          <a:xfrm>
            <a:off x="1735137" y="5421312"/>
            <a:ext cx="496887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p4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47875" y="5600700"/>
            <a:ext cx="5937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3"/>
          <p:cNvSpPr/>
          <p:nvPr/>
        </p:nvSpPr>
        <p:spPr>
          <a:xfrm>
            <a:off x="2095500" y="5781675"/>
            <a:ext cx="496887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4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16237" y="4667250"/>
            <a:ext cx="1554162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16237" y="5248275"/>
            <a:ext cx="515937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16237" y="5819775"/>
            <a:ext cx="658812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344862" y="857250"/>
            <a:ext cx="515937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630612" y="5819775"/>
            <a:ext cx="935037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3"/>
          <p:cNvSpPr/>
          <p:nvPr/>
        </p:nvSpPr>
        <p:spPr>
          <a:xfrm>
            <a:off x="1466850" y="3122050"/>
            <a:ext cx="25575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clone repository 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4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p43"/>
          <p:cNvCxnSpPr/>
          <p:nvPr/>
        </p:nvCxnSpPr>
        <p:spPr>
          <a:xfrm flipH="1">
            <a:off x="3063875" y="2752725"/>
            <a:ext cx="1549400" cy="1333500"/>
          </a:xfrm>
          <a:prstGeom prst="straightConnector1">
            <a:avLst/>
          </a:prstGeom>
          <a:noFill/>
          <a:ln w="76200" cap="rnd" cmpd="sng">
            <a:solidFill>
              <a:srgbClr val="0070C0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292" name="Google Shape;292;p43"/>
          <p:cNvSpPr/>
          <p:nvPr/>
        </p:nvSpPr>
        <p:spPr>
          <a:xfrm>
            <a:off x="3351212" y="7250112"/>
            <a:ext cx="6837362" cy="16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4300" y="2370137"/>
            <a:ext cx="4252912" cy="302418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4"/>
          <p:cNvSpPr txBox="1">
            <a:spLocks noGrp="1"/>
          </p:cNvSpPr>
          <p:nvPr>
            <p:ph type="title"/>
          </p:nvPr>
        </p:nvSpPr>
        <p:spPr>
          <a:xfrm>
            <a:off x="762000" y="676275"/>
            <a:ext cx="8636000" cy="127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40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Sample Application</a:t>
            </a:r>
            <a:endParaRPr sz="4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44"/>
          <p:cNvSpPr/>
          <p:nvPr/>
        </p:nvSpPr>
        <p:spPr>
          <a:xfrm>
            <a:off x="3351212" y="7250112"/>
            <a:ext cx="6837362" cy="16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 txBox="1">
            <a:spLocks noGrp="1"/>
          </p:cNvSpPr>
          <p:nvPr>
            <p:ph type="ctrTitle"/>
          </p:nvPr>
        </p:nvSpPr>
        <p:spPr>
          <a:xfrm>
            <a:off x="552450" y="355600"/>
            <a:ext cx="90551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</a:t>
            </a: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Exercises</a:t>
            </a:r>
            <a:r>
              <a:rPr lang="en" sz="3600" b="0" i="0" u="none" strike="noStrike" cap="none">
                <a:solidFill>
                  <a:srgbClr val="2F26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5"/>
          <p:cNvSpPr/>
          <p:nvPr/>
        </p:nvSpPr>
        <p:spPr>
          <a:xfrm>
            <a:off x="471487" y="1865312"/>
            <a:ext cx="9496425" cy="514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Setup &amp; Clone the example repository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Develop a feature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>
                <a:solidFill>
                  <a:srgbClr val="1155CC"/>
                </a:solidFill>
              </a:rPr>
              <a:t>3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Work on branches in parallel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>
                <a:solidFill>
                  <a:srgbClr val="1155CC"/>
                </a:solidFill>
              </a:rPr>
              <a:t>4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Fetch the latest state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45"/>
          <p:cNvSpPr/>
          <p:nvPr/>
        </p:nvSpPr>
        <p:spPr>
          <a:xfrm>
            <a:off x="3351212" y="7250112"/>
            <a:ext cx="6837362" cy="16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Copyright © S. Lay, M. Sohn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9" name="Google Shape;30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>
            <a:spLocks noGrp="1"/>
          </p:cNvSpPr>
          <p:nvPr>
            <p:ph type="ctrTitle"/>
          </p:nvPr>
        </p:nvSpPr>
        <p:spPr>
          <a:xfrm>
            <a:off x="749300" y="2417762"/>
            <a:ext cx="8661300" cy="17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6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in a nutshell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0400"/>
            <a:ext cx="10160001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6"/>
          <p:cNvSpPr/>
          <p:nvPr/>
        </p:nvSpPr>
        <p:spPr>
          <a:xfrm>
            <a:off x="1974850" y="7213600"/>
            <a:ext cx="51738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>
            <a:spLocks noGrp="1"/>
          </p:cNvSpPr>
          <p:nvPr>
            <p:ph type="ctrTitle"/>
          </p:nvPr>
        </p:nvSpPr>
        <p:spPr>
          <a:xfrm>
            <a:off x="552450" y="355600"/>
            <a:ext cx="9055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Concepts: Storage</a:t>
            </a:r>
            <a:r>
              <a:rPr lang="en" sz="3600" b="0" i="0" u="none" strike="noStrike" cap="none">
                <a:solidFill>
                  <a:srgbClr val="2F26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7"/>
          <p:cNvSpPr/>
          <p:nvPr/>
        </p:nvSpPr>
        <p:spPr>
          <a:xfrm>
            <a:off x="471487" y="1865312"/>
            <a:ext cx="9496500" cy="5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3175" y="2030775"/>
            <a:ext cx="6581775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>
            <a:spLocks noGrp="1"/>
          </p:cNvSpPr>
          <p:nvPr>
            <p:ph type="ctrTitle"/>
          </p:nvPr>
        </p:nvSpPr>
        <p:spPr>
          <a:xfrm>
            <a:off x="552450" y="355600"/>
            <a:ext cx="9055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Concepts: Storage</a:t>
            </a:r>
            <a:r>
              <a:rPr lang="en" sz="3600" b="0" i="0" u="none" strike="noStrike" cap="none">
                <a:solidFill>
                  <a:srgbClr val="2F26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8"/>
          <p:cNvSpPr/>
          <p:nvPr/>
        </p:nvSpPr>
        <p:spPr>
          <a:xfrm>
            <a:off x="471487" y="1865312"/>
            <a:ext cx="9496500" cy="5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3" name="Google Shape;33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2550" y="2028888"/>
            <a:ext cx="6581775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ctrTitle"/>
          </p:nvPr>
        </p:nvSpPr>
        <p:spPr>
          <a:xfrm>
            <a:off x="552450" y="355600"/>
            <a:ext cx="9055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Concepts: Commits</a:t>
            </a:r>
            <a:r>
              <a:rPr lang="en" sz="3600" b="0" i="0" u="none" strike="noStrike" cap="none">
                <a:solidFill>
                  <a:srgbClr val="2F26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9"/>
          <p:cNvSpPr/>
          <p:nvPr/>
        </p:nvSpPr>
        <p:spPr>
          <a:xfrm>
            <a:off x="471487" y="1865312"/>
            <a:ext cx="9496500" cy="5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2" name="Google Shape;34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2350" y="1876425"/>
            <a:ext cx="5210175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>
            <a:spLocks noGrp="1"/>
          </p:cNvSpPr>
          <p:nvPr>
            <p:ph type="ctrTitle"/>
          </p:nvPr>
        </p:nvSpPr>
        <p:spPr>
          <a:xfrm>
            <a:off x="552450" y="355600"/>
            <a:ext cx="9055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Concepts: Commits</a:t>
            </a:r>
            <a:r>
              <a:rPr lang="en" sz="3600" b="0" i="0" u="none" strike="noStrike" cap="none">
                <a:solidFill>
                  <a:srgbClr val="2F26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0"/>
          <p:cNvSpPr/>
          <p:nvPr/>
        </p:nvSpPr>
        <p:spPr>
          <a:xfrm>
            <a:off x="471487" y="1865312"/>
            <a:ext cx="9496500" cy="5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1" name="Google Shape;35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8800" y="2042400"/>
            <a:ext cx="45910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>
            <a:spLocks noGrp="1"/>
          </p:cNvSpPr>
          <p:nvPr>
            <p:ph type="ctrTitle"/>
          </p:nvPr>
        </p:nvSpPr>
        <p:spPr>
          <a:xfrm>
            <a:off x="552450" y="355600"/>
            <a:ext cx="9055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Concepts: Branches</a:t>
            </a:r>
            <a:r>
              <a:rPr lang="en" sz="3600" b="0" i="0" u="none" strike="noStrike" cap="none">
                <a:solidFill>
                  <a:srgbClr val="2F26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1"/>
          <p:cNvSpPr/>
          <p:nvPr/>
        </p:nvSpPr>
        <p:spPr>
          <a:xfrm>
            <a:off x="471487" y="1865312"/>
            <a:ext cx="9496500" cy="5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0" name="Google Shape;36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8825" y="2019300"/>
            <a:ext cx="1743075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 txBox="1">
            <a:spLocks noGrp="1"/>
          </p:cNvSpPr>
          <p:nvPr>
            <p:ph type="ctrTitle"/>
          </p:nvPr>
        </p:nvSpPr>
        <p:spPr>
          <a:xfrm>
            <a:off x="552450" y="355600"/>
            <a:ext cx="9055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Concepts: Branches</a:t>
            </a:r>
            <a:r>
              <a:rPr lang="en" sz="3600" b="0" i="0" u="none" strike="noStrike" cap="none">
                <a:solidFill>
                  <a:srgbClr val="2F26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2"/>
          <p:cNvSpPr/>
          <p:nvPr/>
        </p:nvSpPr>
        <p:spPr>
          <a:xfrm>
            <a:off x="471487" y="1865312"/>
            <a:ext cx="9496500" cy="5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9" name="Google Shape;36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5350" y="1972700"/>
            <a:ext cx="1743075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>
            <a:spLocks noGrp="1"/>
          </p:cNvSpPr>
          <p:nvPr>
            <p:ph type="ctrTitle"/>
          </p:nvPr>
        </p:nvSpPr>
        <p:spPr>
          <a:xfrm>
            <a:off x="552450" y="355600"/>
            <a:ext cx="9055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</a:t>
            </a: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Exercises</a:t>
            </a:r>
            <a:r>
              <a:rPr lang="en" sz="3600" b="0" i="0" u="none" strike="noStrike" cap="none">
                <a:solidFill>
                  <a:srgbClr val="2F26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3"/>
          <p:cNvSpPr/>
          <p:nvPr/>
        </p:nvSpPr>
        <p:spPr>
          <a:xfrm>
            <a:off x="471487" y="1865312"/>
            <a:ext cx="9496500" cy="5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>
                <a:solidFill>
                  <a:srgbClr val="1155CC"/>
                </a:solidFill>
              </a:rPr>
              <a:t>5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Merging, Rebasing, Resolving Conflicts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>
                <a:solidFill>
                  <a:srgbClr val="1155CC"/>
                </a:solidFill>
              </a:rPr>
              <a:t>6</a:t>
            </a:r>
            <a:r>
              <a:rPr lang="en" sz="3200" b="1">
                <a:solidFill>
                  <a:schemeClr val="dk1"/>
                </a:solidFill>
              </a:rPr>
              <a:t>  History view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>
                <a:solidFill>
                  <a:srgbClr val="1155CC"/>
                </a:solidFill>
              </a:rPr>
              <a:t>7</a:t>
            </a:r>
            <a:r>
              <a:rPr lang="en" sz="3200" b="1">
                <a:solidFill>
                  <a:schemeClr val="dk1"/>
                </a:solidFill>
              </a:rPr>
              <a:t>  Change a series of commits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200" b="1">
                <a:solidFill>
                  <a:srgbClr val="1155CC"/>
                </a:solidFill>
              </a:rPr>
              <a:t>8</a:t>
            </a:r>
            <a:r>
              <a:rPr lang="en" sz="3200" b="1">
                <a:solidFill>
                  <a:schemeClr val="dk1"/>
                </a:solidFill>
              </a:rPr>
              <a:t>  Git blame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3200" b="1"/>
          </a:p>
        </p:txBody>
      </p:sp>
      <p:pic>
        <p:nvPicPr>
          <p:cNvPr id="378" name="Google Shape;37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4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87" name="Google Shape;387;p54"/>
          <p:cNvSpPr txBox="1"/>
          <p:nvPr/>
        </p:nvSpPr>
        <p:spPr>
          <a:xfrm>
            <a:off x="507200" y="304032"/>
            <a:ext cx="9142400" cy="589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85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73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Gerrit code review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5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96" name="Google Shape;396;p55"/>
          <p:cNvSpPr txBox="1"/>
          <p:nvPr/>
        </p:nvSpPr>
        <p:spPr>
          <a:xfrm>
            <a:off x="534400" y="1289735"/>
            <a:ext cx="9142400" cy="589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12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54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Originally developed by Google for code review of the Android OS project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6799" y="209622"/>
            <a:ext cx="1772800" cy="9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6"/>
          <p:cNvSpPr/>
          <p:nvPr/>
        </p:nvSpPr>
        <p:spPr>
          <a:xfrm>
            <a:off x="280000" y="414443"/>
            <a:ext cx="9246399" cy="5296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Gerrit Code Review @ Eclipse</a:t>
            </a:r>
            <a:endParaRPr sz="1400"/>
          </a:p>
        </p:txBody>
      </p:sp>
      <p:sp>
        <p:nvSpPr>
          <p:cNvPr id="405" name="Google Shape;405;p56"/>
          <p:cNvSpPr/>
          <p:nvPr/>
        </p:nvSpPr>
        <p:spPr>
          <a:xfrm>
            <a:off x="280000" y="1180924"/>
            <a:ext cx="9067199" cy="35683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Font typeface="Arial"/>
              <a:buNone/>
            </a:pPr>
            <a:r>
              <a:rPr lang="en" sz="18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https://git.eclipse.org/r/</a:t>
            </a: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activated for most projects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406" name="Google Shape;40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800" y="1952205"/>
            <a:ext cx="9240000" cy="46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7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15" name="Google Shape;415;p57"/>
          <p:cNvSpPr txBox="1">
            <a:spLocks noGrp="1"/>
          </p:cNvSpPr>
          <p:nvPr>
            <p:ph type="title"/>
          </p:nvPr>
        </p:nvSpPr>
        <p:spPr>
          <a:xfrm>
            <a:off x="508800" y="304032"/>
            <a:ext cx="9142400" cy="127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27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67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Contributions in Git</a:t>
            </a:r>
            <a:endParaRPr sz="1400"/>
          </a:p>
        </p:txBody>
      </p:sp>
      <p:pic>
        <p:nvPicPr>
          <p:cNvPr id="416" name="Google Shape;41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788" y="3350129"/>
            <a:ext cx="3410512" cy="42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7"/>
          <p:cNvSpPr/>
          <p:nvPr/>
        </p:nvSpPr>
        <p:spPr>
          <a:xfrm>
            <a:off x="5777400" y="2788083"/>
            <a:ext cx="1750500" cy="1553100"/>
          </a:xfrm>
          <a:prstGeom prst="wedgeRoundRectCallout">
            <a:avLst>
              <a:gd name="adj1" fmla="val -102078"/>
              <a:gd name="adj2" fmla="val 113334"/>
              <a:gd name="adj3" fmla="val 0"/>
            </a:avLst>
          </a:prstGeom>
          <a:solidFill>
            <a:srgbClr val="CFE7F5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fix Eclipse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26" name="Google Shape;426;p58"/>
          <p:cNvSpPr/>
          <p:nvPr/>
        </p:nvSpPr>
        <p:spPr>
          <a:xfrm>
            <a:off x="4526400" y="2697883"/>
            <a:ext cx="4147200" cy="2488200"/>
          </a:xfrm>
          <a:prstGeom prst="roundRect">
            <a:avLst>
              <a:gd name="adj" fmla="val 3600"/>
            </a:avLst>
          </a:prstGeom>
          <a:solidFill>
            <a:srgbClr val="CFE7F5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150" tIns="46050" rIns="92150" bIns="4605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27" name="Google Shape;427;p58"/>
          <p:cNvSpPr/>
          <p:nvPr/>
        </p:nvSpPr>
        <p:spPr>
          <a:xfrm>
            <a:off x="5632000" y="2881902"/>
            <a:ext cx="1659300" cy="921600"/>
          </a:xfrm>
          <a:prstGeom prst="roundRect">
            <a:avLst>
              <a:gd name="adj" fmla="val 3600"/>
            </a:avLst>
          </a:prstGeom>
          <a:solidFill>
            <a:srgbClr val="FFFFCC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00"/>
          </a:p>
        </p:txBody>
      </p:sp>
      <p:sp>
        <p:nvSpPr>
          <p:cNvPr id="428" name="Google Shape;428;p58"/>
          <p:cNvSpPr/>
          <p:nvPr/>
        </p:nvSpPr>
        <p:spPr>
          <a:xfrm>
            <a:off x="1393600" y="3619580"/>
            <a:ext cx="1659300" cy="921600"/>
          </a:xfrm>
          <a:prstGeom prst="roundRect">
            <a:avLst>
              <a:gd name="adj" fmla="val 3600"/>
            </a:avLst>
          </a:prstGeom>
          <a:solidFill>
            <a:srgbClr val="DD4814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Contributor 1</a:t>
            </a:r>
            <a:endParaRPr sz="1400"/>
          </a:p>
        </p:txBody>
      </p:sp>
      <p:sp>
        <p:nvSpPr>
          <p:cNvPr id="429" name="Google Shape;429;p58"/>
          <p:cNvSpPr txBox="1"/>
          <p:nvPr/>
        </p:nvSpPr>
        <p:spPr>
          <a:xfrm>
            <a:off x="3193100" y="3833200"/>
            <a:ext cx="1196700" cy="4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Fetch/</a:t>
            </a:r>
            <a:r>
              <a:rPr lang="en"/>
              <a:t>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sz="1400"/>
          </a:p>
        </p:txBody>
      </p:sp>
      <p:sp>
        <p:nvSpPr>
          <p:cNvPr id="430" name="Google Shape;430;p58"/>
          <p:cNvSpPr txBox="1"/>
          <p:nvPr/>
        </p:nvSpPr>
        <p:spPr>
          <a:xfrm>
            <a:off x="4619200" y="2809895"/>
            <a:ext cx="476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5907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400"/>
          </a:p>
        </p:txBody>
      </p:sp>
      <p:cxnSp>
        <p:nvCxnSpPr>
          <p:cNvPr id="431" name="Google Shape;431;p58"/>
          <p:cNvCxnSpPr/>
          <p:nvPr/>
        </p:nvCxnSpPr>
        <p:spPr>
          <a:xfrm rot="10800000" flipH="1">
            <a:off x="3052800" y="3341209"/>
            <a:ext cx="2580900" cy="55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32" name="Google Shape;432;p58"/>
          <p:cNvSpPr txBox="1"/>
          <p:nvPr/>
        </p:nvSpPr>
        <p:spPr>
          <a:xfrm>
            <a:off x="3292100" y="3326775"/>
            <a:ext cx="998700" cy="2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 sz="1400"/>
          </a:p>
        </p:txBody>
      </p:sp>
      <p:sp>
        <p:nvSpPr>
          <p:cNvPr id="433" name="Google Shape;433;p58"/>
          <p:cNvSpPr txBox="1">
            <a:spLocks noGrp="1"/>
          </p:cNvSpPr>
          <p:nvPr>
            <p:ph type="title"/>
          </p:nvPr>
        </p:nvSpPr>
        <p:spPr>
          <a:xfrm>
            <a:off x="508800" y="304032"/>
            <a:ext cx="91425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27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67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Contributions in Git</a:t>
            </a:r>
            <a:endParaRPr sz="1400"/>
          </a:p>
        </p:txBody>
      </p:sp>
      <p:pic>
        <p:nvPicPr>
          <p:cNvPr id="434" name="Google Shape;43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48571"/>
            <a:ext cx="1734400" cy="217142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8"/>
          <p:cNvSpPr/>
          <p:nvPr/>
        </p:nvSpPr>
        <p:spPr>
          <a:xfrm>
            <a:off x="1659199" y="5437371"/>
            <a:ext cx="1750500" cy="553800"/>
          </a:xfrm>
          <a:prstGeom prst="wedgeRoundRectCallout">
            <a:avLst>
              <a:gd name="adj1" fmla="val -74356"/>
              <a:gd name="adj2" fmla="val 164130"/>
              <a:gd name="adj3" fmla="val 0"/>
            </a:avLst>
          </a:prstGeom>
          <a:solidFill>
            <a:srgbClr val="CFE7F5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fix Eclipse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9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cxnSp>
        <p:nvCxnSpPr>
          <p:cNvPr id="444" name="Google Shape;444;p59"/>
          <p:cNvCxnSpPr/>
          <p:nvPr/>
        </p:nvCxnSpPr>
        <p:spPr>
          <a:xfrm>
            <a:off x="2487999" y="3870806"/>
            <a:ext cx="2580800" cy="46084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45" name="Google Shape;445;p59"/>
          <p:cNvSpPr txBox="1"/>
          <p:nvPr/>
        </p:nvSpPr>
        <p:spPr>
          <a:xfrm>
            <a:off x="3047999" y="4002020"/>
            <a:ext cx="683199" cy="4944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Fetch/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sz="1400"/>
          </a:p>
        </p:txBody>
      </p:sp>
      <p:sp>
        <p:nvSpPr>
          <p:cNvPr id="446" name="Google Shape;446;p59"/>
          <p:cNvSpPr/>
          <p:nvPr/>
        </p:nvSpPr>
        <p:spPr>
          <a:xfrm>
            <a:off x="5068800" y="3779597"/>
            <a:ext cx="1659200" cy="921697"/>
          </a:xfrm>
          <a:prstGeom prst="roundRect">
            <a:avLst>
              <a:gd name="adj" fmla="val 3600"/>
            </a:avLst>
          </a:prstGeom>
          <a:solidFill>
            <a:srgbClr val="FFFFCC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 sz="1400"/>
          </a:p>
        </p:txBody>
      </p:sp>
      <p:sp>
        <p:nvSpPr>
          <p:cNvPr id="447" name="Google Shape;447;p59"/>
          <p:cNvSpPr txBox="1">
            <a:spLocks noGrp="1"/>
          </p:cNvSpPr>
          <p:nvPr>
            <p:ph type="title"/>
          </p:nvPr>
        </p:nvSpPr>
        <p:spPr>
          <a:xfrm>
            <a:off x="441600" y="921697"/>
            <a:ext cx="9142400" cy="127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52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Contributions either via patches or commit rights  </a:t>
            </a:r>
            <a:endParaRPr sz="1400"/>
          </a:p>
        </p:txBody>
      </p:sp>
      <p:pic>
        <p:nvPicPr>
          <p:cNvPr id="448" name="Google Shape;44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7900"/>
            <a:ext cx="10158400" cy="477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9"/>
          <p:cNvSpPr/>
          <p:nvPr/>
        </p:nvSpPr>
        <p:spPr>
          <a:xfrm>
            <a:off x="6912000" y="3760395"/>
            <a:ext cx="3041600" cy="1851394"/>
          </a:xfrm>
          <a:prstGeom prst="wedgeRoundRectCallout">
            <a:avLst>
              <a:gd name="adj1" fmla="val -56907"/>
              <a:gd name="adj2" fmla="val 86921"/>
              <a:gd name="adj3" fmla="val 0"/>
            </a:avLst>
          </a:prstGeom>
          <a:solidFill>
            <a:srgbClr val="CFE7F5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6362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don't know this guy,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does not get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rights.</a:t>
            </a:r>
            <a:endParaRPr sz="1400"/>
          </a:p>
        </p:txBody>
      </p:sp>
      <p:sp>
        <p:nvSpPr>
          <p:cNvPr id="450" name="Google Shape;450;p59"/>
          <p:cNvSpPr txBox="1"/>
          <p:nvPr/>
        </p:nvSpPr>
        <p:spPr>
          <a:xfrm>
            <a:off x="92800" y="7005535"/>
            <a:ext cx="2073600" cy="723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697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Committer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0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cxnSp>
        <p:nvCxnSpPr>
          <p:cNvPr id="459" name="Google Shape;459;p60"/>
          <p:cNvCxnSpPr/>
          <p:nvPr/>
        </p:nvCxnSpPr>
        <p:spPr>
          <a:xfrm>
            <a:off x="2487999" y="3870806"/>
            <a:ext cx="2580800" cy="46084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60" name="Google Shape;460;p60"/>
          <p:cNvSpPr txBox="1"/>
          <p:nvPr/>
        </p:nvSpPr>
        <p:spPr>
          <a:xfrm>
            <a:off x="3047999" y="4002020"/>
            <a:ext cx="683199" cy="4944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Fetch/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sz="1400"/>
          </a:p>
        </p:txBody>
      </p:sp>
      <p:sp>
        <p:nvSpPr>
          <p:cNvPr id="461" name="Google Shape;461;p60"/>
          <p:cNvSpPr/>
          <p:nvPr/>
        </p:nvSpPr>
        <p:spPr>
          <a:xfrm>
            <a:off x="5068800" y="3779597"/>
            <a:ext cx="1659200" cy="921697"/>
          </a:xfrm>
          <a:prstGeom prst="roundRect">
            <a:avLst>
              <a:gd name="adj" fmla="val 3600"/>
            </a:avLst>
          </a:prstGeom>
          <a:solidFill>
            <a:srgbClr val="FFFFCC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 sz="1400"/>
          </a:p>
        </p:txBody>
      </p:sp>
      <p:sp>
        <p:nvSpPr>
          <p:cNvPr id="462" name="Google Shape;462;p60"/>
          <p:cNvSpPr txBox="1">
            <a:spLocks noGrp="1"/>
          </p:cNvSpPr>
          <p:nvPr>
            <p:ph type="title"/>
          </p:nvPr>
        </p:nvSpPr>
        <p:spPr>
          <a:xfrm>
            <a:off x="508800" y="304032"/>
            <a:ext cx="9142400" cy="127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27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67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Reviewing patches</a:t>
            </a:r>
            <a:endParaRPr sz="1400"/>
          </a:p>
        </p:txBody>
      </p:sp>
      <p:pic>
        <p:nvPicPr>
          <p:cNvPr id="463" name="Google Shape;46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7900"/>
            <a:ext cx="10158400" cy="477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0"/>
          <p:cNvSpPr/>
          <p:nvPr/>
        </p:nvSpPr>
        <p:spPr>
          <a:xfrm>
            <a:off x="6728000" y="3406277"/>
            <a:ext cx="3095100" cy="2456400"/>
          </a:xfrm>
          <a:prstGeom prst="wedgeRoundRectCallout">
            <a:avLst>
              <a:gd name="adj1" fmla="val -62512"/>
              <a:gd name="adj2" fmla="val 84796"/>
              <a:gd name="adj3" fmla="val 0"/>
            </a:avLst>
          </a:prstGeom>
          <a:solidFill>
            <a:srgbClr val="CFE7F5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6972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much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r>
              <a:rPr lang="en" sz="3200"/>
              <a:t>…</a:t>
            </a: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especial</a:t>
            </a:r>
            <a:r>
              <a:rPr lang="en" sz="3200"/>
              <a:t>ly if there is a feedback loop</a:t>
            </a:r>
            <a:endParaRPr sz="1400"/>
          </a:p>
        </p:txBody>
      </p:sp>
      <p:sp>
        <p:nvSpPr>
          <p:cNvPr id="465" name="Google Shape;465;p60"/>
          <p:cNvSpPr txBox="1"/>
          <p:nvPr/>
        </p:nvSpPr>
        <p:spPr>
          <a:xfrm>
            <a:off x="92800" y="7019936"/>
            <a:ext cx="2307200" cy="723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7277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Committer</a:t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1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74" name="Google Shape;474;p61"/>
          <p:cNvSpPr txBox="1">
            <a:spLocks noGrp="1"/>
          </p:cNvSpPr>
          <p:nvPr>
            <p:ph type="title"/>
          </p:nvPr>
        </p:nvSpPr>
        <p:spPr>
          <a:xfrm>
            <a:off x="508750" y="1418822"/>
            <a:ext cx="9142500" cy="18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27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6700">
                <a:solidFill>
                  <a:srgbClr val="6666FF"/>
                </a:solidFill>
              </a:rPr>
              <a:t>Rule #1 of good c</a:t>
            </a:r>
            <a:r>
              <a:rPr lang="en" sz="67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ode review </a:t>
            </a:r>
            <a:r>
              <a:rPr lang="en" sz="6700">
                <a:solidFill>
                  <a:srgbClr val="6666FF"/>
                </a:solidFill>
              </a:rPr>
              <a:t>- Make it easy!</a:t>
            </a:r>
            <a:endParaRPr sz="1400"/>
          </a:p>
        </p:txBody>
      </p:sp>
      <p:pic>
        <p:nvPicPr>
          <p:cNvPr id="475" name="Google Shape;47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98177"/>
            <a:ext cx="4310400" cy="21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5600" y="5437371"/>
            <a:ext cx="1734400" cy="2171427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1"/>
          <p:cNvSpPr/>
          <p:nvPr/>
        </p:nvSpPr>
        <p:spPr>
          <a:xfrm>
            <a:off x="3409600" y="3963616"/>
            <a:ext cx="2211200" cy="1289735"/>
          </a:xfrm>
          <a:prstGeom prst="wedgeRoundRectCallout">
            <a:avLst>
              <a:gd name="adj1" fmla="val -69556"/>
              <a:gd name="adj2" fmla="val 140960"/>
              <a:gd name="adj3" fmla="val 0"/>
            </a:avLst>
          </a:prstGeom>
          <a:solidFill>
            <a:srgbClr val="CFE7F5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Reviews must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 easy</a:t>
            </a:r>
            <a:endParaRPr sz="1400"/>
          </a:p>
        </p:txBody>
      </p:sp>
      <p:sp>
        <p:nvSpPr>
          <p:cNvPr id="478" name="Google Shape;478;p61"/>
          <p:cNvSpPr/>
          <p:nvPr/>
        </p:nvSpPr>
        <p:spPr>
          <a:xfrm>
            <a:off x="7095999" y="4147636"/>
            <a:ext cx="1750400" cy="1475355"/>
          </a:xfrm>
          <a:prstGeom prst="wedgeRoundRectCallout">
            <a:avLst>
              <a:gd name="adj1" fmla="val 63106"/>
              <a:gd name="adj2" fmla="val 116019"/>
              <a:gd name="adj3" fmla="val 0"/>
            </a:avLst>
          </a:prstGeom>
          <a:solidFill>
            <a:srgbClr val="CFE7F5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Contributions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be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</a:t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87" name="Google Shape;487;p62"/>
          <p:cNvSpPr txBox="1">
            <a:spLocks noGrp="1"/>
          </p:cNvSpPr>
          <p:nvPr>
            <p:ph type="title"/>
          </p:nvPr>
        </p:nvSpPr>
        <p:spPr>
          <a:xfrm>
            <a:off x="507200" y="304032"/>
            <a:ext cx="9142400" cy="127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27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67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Roles in</a:t>
            </a:r>
            <a:r>
              <a:rPr lang="en" sz="6700">
                <a:solidFill>
                  <a:srgbClr val="6666FF"/>
                </a:solidFill>
              </a:rPr>
              <a:t> a </a:t>
            </a:r>
            <a:r>
              <a:rPr lang="en" sz="67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Gerrit project</a:t>
            </a:r>
            <a:endParaRPr sz="1400"/>
          </a:p>
        </p:txBody>
      </p:sp>
      <p:sp>
        <p:nvSpPr>
          <p:cNvPr id="488" name="Google Shape;488;p62"/>
          <p:cNvSpPr txBox="1">
            <a:spLocks noGrp="1"/>
          </p:cNvSpPr>
          <p:nvPr>
            <p:ph type="subTitle" idx="1"/>
          </p:nvPr>
        </p:nvSpPr>
        <p:spPr>
          <a:xfrm>
            <a:off x="507200" y="1782587"/>
            <a:ext cx="8939200" cy="441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0" anchor="t" anchorCtr="0">
            <a:noAutofit/>
          </a:bodyPr>
          <a:lstStyle/>
          <a:p>
            <a:pPr marL="342900" marR="0" lvl="0" indent="-3429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4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400"/>
          </a:p>
        </p:txBody>
      </p:sp>
      <p:sp>
        <p:nvSpPr>
          <p:cNvPr id="489" name="Google Shape;489;p62"/>
          <p:cNvSpPr txBox="1"/>
          <p:nvPr/>
        </p:nvSpPr>
        <p:spPr>
          <a:xfrm>
            <a:off x="507200" y="1782587"/>
            <a:ext cx="8939200" cy="441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90" name="Google Shape;490;p62"/>
          <p:cNvSpPr txBox="1"/>
          <p:nvPr/>
        </p:nvSpPr>
        <p:spPr>
          <a:xfrm>
            <a:off x="508800" y="1782587"/>
            <a:ext cx="8939200" cy="441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125" rIns="0" bIns="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800" marR="0" lvl="0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Contributor</a:t>
            </a:r>
            <a:endParaRPr sz="1400"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Reviewer</a:t>
            </a:r>
            <a:endParaRPr sz="1400"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Committer</a:t>
            </a:r>
            <a:endParaRPr sz="1400"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3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99" name="Google Shape;499;p63"/>
          <p:cNvSpPr txBox="1">
            <a:spLocks noGrp="1"/>
          </p:cNvSpPr>
          <p:nvPr>
            <p:ph type="title"/>
          </p:nvPr>
        </p:nvSpPr>
        <p:spPr>
          <a:xfrm>
            <a:off x="508800" y="304032"/>
            <a:ext cx="91425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27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6700">
                <a:solidFill>
                  <a:srgbClr val="6666FF"/>
                </a:solidFill>
              </a:rPr>
              <a:t>Review feedback</a:t>
            </a:r>
            <a:endParaRPr sz="1400"/>
          </a:p>
        </p:txBody>
      </p:sp>
      <p:sp>
        <p:nvSpPr>
          <p:cNvPr id="500" name="Google Shape;500;p63"/>
          <p:cNvSpPr txBox="1">
            <a:spLocks noGrp="1"/>
          </p:cNvSpPr>
          <p:nvPr>
            <p:ph type="body" idx="1"/>
          </p:nvPr>
        </p:nvSpPr>
        <p:spPr>
          <a:xfrm>
            <a:off x="508800" y="1782587"/>
            <a:ext cx="89391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125" rIns="0" bIns="0" anchor="t" anchorCtr="0">
            <a:noAutofit/>
          </a:bodyPr>
          <a:lstStyle/>
          <a:p>
            <a:pPr marL="457200" marR="0" lvl="0" indent="-5334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4800"/>
              <a:buChar char="●"/>
            </a:pPr>
            <a:r>
              <a:rPr lang="en" sz="4800"/>
              <a:t>-2 Blocks (</a:t>
            </a:r>
            <a:r>
              <a:rPr lang="en" sz="4800">
                <a:solidFill>
                  <a:srgbClr val="FF0000"/>
                </a:solidFill>
              </a:rPr>
              <a:t>committer only</a:t>
            </a:r>
            <a:r>
              <a:rPr lang="en" sz="4800"/>
              <a:t>)</a:t>
            </a:r>
            <a:endParaRPr sz="4800"/>
          </a:p>
          <a:p>
            <a:pPr marL="457200" marR="0" lvl="0" indent="-5334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en" sz="4800"/>
              <a:t>-1 Please adjust</a:t>
            </a:r>
            <a:endParaRPr sz="4800"/>
          </a:p>
          <a:p>
            <a:pPr marL="457200" marR="0" lvl="0" indent="-5334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en" sz="4800"/>
              <a:t> 1 OK</a:t>
            </a:r>
            <a:endParaRPr sz="4800"/>
          </a:p>
          <a:p>
            <a:pPr marL="457200" marR="0" lvl="0" indent="-5334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en" sz="4800"/>
              <a:t>2 Good to go (</a:t>
            </a:r>
            <a:r>
              <a:rPr lang="en" sz="4800">
                <a:solidFill>
                  <a:srgbClr val="FF0000"/>
                </a:solidFill>
              </a:rPr>
              <a:t>commiter only</a:t>
            </a:r>
            <a:r>
              <a:rPr lang="en" sz="4800"/>
              <a:t>)</a:t>
            </a:r>
            <a:endParaRPr sz="4800"/>
          </a:p>
          <a:p>
            <a:pPr marL="342900" marR="0" lvl="0" indent="-342900" algn="l" rtl="0">
              <a:lnSpc>
                <a:spcPct val="94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5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4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09" name="Google Shape;509;p64"/>
          <p:cNvSpPr/>
          <p:nvPr/>
        </p:nvSpPr>
        <p:spPr>
          <a:xfrm>
            <a:off x="2948799" y="3041919"/>
            <a:ext cx="4147200" cy="2488261"/>
          </a:xfrm>
          <a:prstGeom prst="roundRect">
            <a:avLst>
              <a:gd name="adj" fmla="val 3600"/>
            </a:avLst>
          </a:prstGeom>
          <a:solidFill>
            <a:srgbClr val="CFE7F5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150" tIns="46050" rIns="92150" bIns="4605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10" name="Google Shape;510;p64"/>
          <p:cNvSpPr/>
          <p:nvPr/>
        </p:nvSpPr>
        <p:spPr>
          <a:xfrm>
            <a:off x="4054400" y="3225939"/>
            <a:ext cx="1659200" cy="921697"/>
          </a:xfrm>
          <a:prstGeom prst="roundRect">
            <a:avLst>
              <a:gd name="adj" fmla="val 3600"/>
            </a:avLst>
          </a:prstGeom>
          <a:solidFill>
            <a:srgbClr val="FFFFCC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00"/>
          </a:p>
        </p:txBody>
      </p:sp>
      <p:sp>
        <p:nvSpPr>
          <p:cNvPr id="511" name="Google Shape;511;p64"/>
          <p:cNvSpPr/>
          <p:nvPr/>
        </p:nvSpPr>
        <p:spPr>
          <a:xfrm>
            <a:off x="276800" y="4331654"/>
            <a:ext cx="1659200" cy="921697"/>
          </a:xfrm>
          <a:prstGeom prst="roundRect">
            <a:avLst>
              <a:gd name="adj" fmla="val 3600"/>
            </a:avLst>
          </a:prstGeom>
          <a:solidFill>
            <a:srgbClr val="DD4814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Contributor 1</a:t>
            </a:r>
            <a:endParaRPr sz="1400"/>
          </a:p>
        </p:txBody>
      </p:sp>
      <p:sp>
        <p:nvSpPr>
          <p:cNvPr id="512" name="Google Shape;512;p64"/>
          <p:cNvSpPr/>
          <p:nvPr/>
        </p:nvSpPr>
        <p:spPr>
          <a:xfrm>
            <a:off x="8201600" y="3870806"/>
            <a:ext cx="1659200" cy="921697"/>
          </a:xfrm>
          <a:prstGeom prst="roundRect">
            <a:avLst>
              <a:gd name="adj" fmla="val 3600"/>
            </a:avLst>
          </a:prstGeom>
          <a:solidFill>
            <a:srgbClr val="DD4814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Contributor 2</a:t>
            </a:r>
            <a:endParaRPr sz="1400"/>
          </a:p>
        </p:txBody>
      </p:sp>
      <p:sp>
        <p:nvSpPr>
          <p:cNvPr id="513" name="Google Shape;513;p64"/>
          <p:cNvSpPr/>
          <p:nvPr/>
        </p:nvSpPr>
        <p:spPr>
          <a:xfrm>
            <a:off x="4054400" y="6175048"/>
            <a:ext cx="1659300" cy="921600"/>
          </a:xfrm>
          <a:prstGeom prst="roundRect">
            <a:avLst>
              <a:gd name="adj" fmla="val 3600"/>
            </a:avLst>
          </a:prstGeom>
          <a:solidFill>
            <a:srgbClr val="9900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Reviewer</a:t>
            </a:r>
            <a:endParaRPr sz="1400"/>
          </a:p>
        </p:txBody>
      </p:sp>
      <p:cxnSp>
        <p:nvCxnSpPr>
          <p:cNvPr id="514" name="Google Shape;514;p64"/>
          <p:cNvCxnSpPr/>
          <p:nvPr/>
        </p:nvCxnSpPr>
        <p:spPr>
          <a:xfrm>
            <a:off x="1936000" y="4976523"/>
            <a:ext cx="2119999" cy="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515" name="Google Shape;515;p64"/>
          <p:cNvCxnSpPr/>
          <p:nvPr/>
        </p:nvCxnSpPr>
        <p:spPr>
          <a:xfrm rot="10800000">
            <a:off x="4422400" y="5344561"/>
            <a:ext cx="464000" cy="83208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516" name="Google Shape;516;p64"/>
          <p:cNvCxnSpPr/>
          <p:nvPr/>
        </p:nvCxnSpPr>
        <p:spPr>
          <a:xfrm flipH="1">
            <a:off x="5712000" y="4424464"/>
            <a:ext cx="2491199" cy="276829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17" name="Google Shape;517;p64"/>
          <p:cNvSpPr txBox="1"/>
          <p:nvPr/>
        </p:nvSpPr>
        <p:spPr>
          <a:xfrm>
            <a:off x="2024050" y="5255775"/>
            <a:ext cx="836700" cy="4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Fetch/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sz="1400"/>
          </a:p>
        </p:txBody>
      </p:sp>
      <p:sp>
        <p:nvSpPr>
          <p:cNvPr id="518" name="Google Shape;518;p64"/>
          <p:cNvSpPr txBox="1"/>
          <p:nvPr/>
        </p:nvSpPr>
        <p:spPr>
          <a:xfrm>
            <a:off x="3555801" y="5706200"/>
            <a:ext cx="1068900" cy="2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 sz="1400"/>
          </a:p>
        </p:txBody>
      </p:sp>
      <p:sp>
        <p:nvSpPr>
          <p:cNvPr id="519" name="Google Shape;519;p64"/>
          <p:cNvSpPr txBox="1"/>
          <p:nvPr/>
        </p:nvSpPr>
        <p:spPr>
          <a:xfrm>
            <a:off x="7184050" y="4976513"/>
            <a:ext cx="1218600" cy="4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Fetch/</a:t>
            </a:r>
            <a:r>
              <a:rPr lang="en"/>
              <a:t>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sz="1400"/>
          </a:p>
        </p:txBody>
      </p:sp>
      <p:sp>
        <p:nvSpPr>
          <p:cNvPr id="520" name="Google Shape;520;p64"/>
          <p:cNvSpPr/>
          <p:nvPr/>
        </p:nvSpPr>
        <p:spPr>
          <a:xfrm>
            <a:off x="4054400" y="756879"/>
            <a:ext cx="1659200" cy="921697"/>
          </a:xfrm>
          <a:prstGeom prst="roundRect">
            <a:avLst>
              <a:gd name="adj" fmla="val 3600"/>
            </a:avLst>
          </a:prstGeom>
          <a:solidFill>
            <a:srgbClr val="AECF0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 Build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1400"/>
          </a:p>
        </p:txBody>
      </p:sp>
      <p:cxnSp>
        <p:nvCxnSpPr>
          <p:cNvPr id="521" name="Google Shape;521;p64"/>
          <p:cNvCxnSpPr/>
          <p:nvPr/>
        </p:nvCxnSpPr>
        <p:spPr>
          <a:xfrm>
            <a:off x="4884800" y="1678576"/>
            <a:ext cx="1599" cy="1363343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22" name="Google Shape;522;p64"/>
          <p:cNvSpPr txBox="1"/>
          <p:nvPr/>
        </p:nvSpPr>
        <p:spPr>
          <a:xfrm>
            <a:off x="5068800" y="2104250"/>
            <a:ext cx="1307100" cy="2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 sz="1400"/>
          </a:p>
        </p:txBody>
      </p:sp>
      <p:sp>
        <p:nvSpPr>
          <p:cNvPr id="523" name="Google Shape;523;p64"/>
          <p:cNvSpPr txBox="1"/>
          <p:nvPr/>
        </p:nvSpPr>
        <p:spPr>
          <a:xfrm>
            <a:off x="3041599" y="3153930"/>
            <a:ext cx="758400" cy="34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5907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</a:t>
            </a:r>
            <a:endParaRPr sz="1400"/>
          </a:p>
        </p:txBody>
      </p:sp>
      <p:sp>
        <p:nvSpPr>
          <p:cNvPr id="524" name="Google Shape;524;p64"/>
          <p:cNvSpPr/>
          <p:nvPr/>
        </p:nvSpPr>
        <p:spPr>
          <a:xfrm>
            <a:off x="4054400" y="4424464"/>
            <a:ext cx="1659200" cy="921697"/>
          </a:xfrm>
          <a:prstGeom prst="roundRect">
            <a:avLst>
              <a:gd name="adj" fmla="val 3600"/>
            </a:avLst>
          </a:prstGeom>
          <a:solidFill>
            <a:srgbClr val="FFFFCC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 sz="1400"/>
          </a:p>
        </p:txBody>
      </p:sp>
      <p:cxnSp>
        <p:nvCxnSpPr>
          <p:cNvPr id="525" name="Google Shape;525;p64"/>
          <p:cNvCxnSpPr/>
          <p:nvPr/>
        </p:nvCxnSpPr>
        <p:spPr>
          <a:xfrm rot="10800000" flipH="1">
            <a:off x="2027199" y="3685187"/>
            <a:ext cx="2027200" cy="83208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26" name="Google Shape;526;p64"/>
          <p:cNvSpPr txBox="1"/>
          <p:nvPr/>
        </p:nvSpPr>
        <p:spPr>
          <a:xfrm>
            <a:off x="1723300" y="3771613"/>
            <a:ext cx="995100" cy="2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 sz="1400"/>
          </a:p>
        </p:txBody>
      </p:sp>
      <p:cxnSp>
        <p:nvCxnSpPr>
          <p:cNvPr id="527" name="Google Shape;527;p64"/>
          <p:cNvCxnSpPr/>
          <p:nvPr/>
        </p:nvCxnSpPr>
        <p:spPr>
          <a:xfrm rot="10800000">
            <a:off x="5711999" y="3594045"/>
            <a:ext cx="2491200" cy="648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28" name="Google Shape;528;p64"/>
          <p:cNvSpPr txBox="1"/>
          <p:nvPr/>
        </p:nvSpPr>
        <p:spPr>
          <a:xfrm>
            <a:off x="7326400" y="3540388"/>
            <a:ext cx="836700" cy="2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 sz="1400"/>
          </a:p>
        </p:txBody>
      </p:sp>
      <p:cxnSp>
        <p:nvCxnSpPr>
          <p:cNvPr id="529" name="Google Shape;529;p64"/>
          <p:cNvCxnSpPr/>
          <p:nvPr/>
        </p:nvCxnSpPr>
        <p:spPr>
          <a:xfrm rot="10800000" flipH="1">
            <a:off x="5068800" y="5344561"/>
            <a:ext cx="460800" cy="83208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30" name="Google Shape;530;p64"/>
          <p:cNvSpPr txBox="1"/>
          <p:nvPr/>
        </p:nvSpPr>
        <p:spPr>
          <a:xfrm>
            <a:off x="5828900" y="5614200"/>
            <a:ext cx="2562600" cy="2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+1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Suggestion to improve -1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5"/>
          <p:cNvSpPr/>
          <p:nvPr/>
        </p:nvSpPr>
        <p:spPr>
          <a:xfrm>
            <a:off x="2948799" y="3041919"/>
            <a:ext cx="4147200" cy="2488200"/>
          </a:xfrm>
          <a:prstGeom prst="roundRect">
            <a:avLst>
              <a:gd name="adj" fmla="val 3600"/>
            </a:avLst>
          </a:prstGeom>
          <a:solidFill>
            <a:srgbClr val="CFE7F5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150" tIns="46050" rIns="92150" bIns="4605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39" name="Google Shape;539;p65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40" name="Google Shape;540;p65"/>
          <p:cNvSpPr/>
          <p:nvPr/>
        </p:nvSpPr>
        <p:spPr>
          <a:xfrm>
            <a:off x="4054400" y="3225939"/>
            <a:ext cx="1659300" cy="921600"/>
          </a:xfrm>
          <a:prstGeom prst="roundRect">
            <a:avLst>
              <a:gd name="adj" fmla="val 3600"/>
            </a:avLst>
          </a:prstGeom>
          <a:solidFill>
            <a:srgbClr val="FFFFCC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00"/>
          </a:p>
        </p:txBody>
      </p:sp>
      <p:cxnSp>
        <p:nvCxnSpPr>
          <p:cNvPr id="541" name="Google Shape;541;p65"/>
          <p:cNvCxnSpPr>
            <a:stCxn id="542" idx="1"/>
          </p:cNvCxnSpPr>
          <p:nvPr/>
        </p:nvCxnSpPr>
        <p:spPr>
          <a:xfrm rot="10800000">
            <a:off x="5652800" y="5377323"/>
            <a:ext cx="1301400" cy="1494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43" name="Google Shape;543;p65"/>
          <p:cNvSpPr/>
          <p:nvPr/>
        </p:nvSpPr>
        <p:spPr>
          <a:xfrm>
            <a:off x="4054400" y="756879"/>
            <a:ext cx="1659300" cy="921600"/>
          </a:xfrm>
          <a:prstGeom prst="roundRect">
            <a:avLst>
              <a:gd name="adj" fmla="val 3600"/>
            </a:avLst>
          </a:prstGeom>
          <a:solidFill>
            <a:srgbClr val="AECF0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 Build </a:t>
            </a:r>
            <a:endParaRPr sz="1400"/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1400"/>
          </a:p>
        </p:txBody>
      </p:sp>
      <p:cxnSp>
        <p:nvCxnSpPr>
          <p:cNvPr id="544" name="Google Shape;544;p65"/>
          <p:cNvCxnSpPr/>
          <p:nvPr/>
        </p:nvCxnSpPr>
        <p:spPr>
          <a:xfrm>
            <a:off x="4884800" y="1678576"/>
            <a:ext cx="1500" cy="1363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45" name="Google Shape;545;p65"/>
          <p:cNvSpPr txBox="1"/>
          <p:nvPr/>
        </p:nvSpPr>
        <p:spPr>
          <a:xfrm>
            <a:off x="4608000" y="2120225"/>
            <a:ext cx="1202100" cy="2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 sz="1400"/>
          </a:p>
        </p:txBody>
      </p:sp>
      <p:sp>
        <p:nvSpPr>
          <p:cNvPr id="546" name="Google Shape;546;p65"/>
          <p:cNvSpPr txBox="1"/>
          <p:nvPr/>
        </p:nvSpPr>
        <p:spPr>
          <a:xfrm>
            <a:off x="3041599" y="3153930"/>
            <a:ext cx="7584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5907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</a:t>
            </a:r>
            <a:endParaRPr sz="1400"/>
          </a:p>
        </p:txBody>
      </p:sp>
      <p:sp>
        <p:nvSpPr>
          <p:cNvPr id="547" name="Google Shape;547;p65"/>
          <p:cNvSpPr/>
          <p:nvPr/>
        </p:nvSpPr>
        <p:spPr>
          <a:xfrm>
            <a:off x="4054400" y="4424464"/>
            <a:ext cx="1659300" cy="921600"/>
          </a:xfrm>
          <a:prstGeom prst="roundRect">
            <a:avLst>
              <a:gd name="adj" fmla="val 3600"/>
            </a:avLst>
          </a:prstGeom>
          <a:solidFill>
            <a:srgbClr val="FFFFCC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 sz="1400"/>
          </a:p>
        </p:txBody>
      </p:sp>
      <p:sp>
        <p:nvSpPr>
          <p:cNvPr id="548" name="Google Shape;548;p65"/>
          <p:cNvSpPr txBox="1"/>
          <p:nvPr/>
        </p:nvSpPr>
        <p:spPr>
          <a:xfrm>
            <a:off x="6379325" y="5706188"/>
            <a:ext cx="1765200" cy="2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+</a:t>
            </a:r>
            <a:r>
              <a:rPr lang="en"/>
              <a:t>2</a:t>
            </a:r>
            <a:endParaRPr sz="1400"/>
          </a:p>
        </p:txBody>
      </p:sp>
      <p:sp>
        <p:nvSpPr>
          <p:cNvPr id="542" name="Google Shape;542;p65"/>
          <p:cNvSpPr/>
          <p:nvPr/>
        </p:nvSpPr>
        <p:spPr>
          <a:xfrm>
            <a:off x="6954200" y="6411123"/>
            <a:ext cx="1659300" cy="921600"/>
          </a:xfrm>
          <a:prstGeom prst="roundRect">
            <a:avLst>
              <a:gd name="adj" fmla="val 3600"/>
            </a:avLst>
          </a:prstGeom>
          <a:solidFill>
            <a:srgbClr val="9900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700" tIns="59075" rIns="90700" bIns="4535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/>
              <a:t>Committer</a:t>
            </a:r>
            <a:endParaRPr sz="1400"/>
          </a:p>
        </p:txBody>
      </p:sp>
      <p:sp>
        <p:nvSpPr>
          <p:cNvPr id="549" name="Google Shape;549;p65"/>
          <p:cNvSpPr txBox="1"/>
          <p:nvPr/>
        </p:nvSpPr>
        <p:spPr>
          <a:xfrm>
            <a:off x="5055950" y="5999000"/>
            <a:ext cx="1108200" cy="2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700" tIns="56025" rIns="90700" bIns="453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Rejects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-2</a:t>
            </a:r>
            <a:endParaRPr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6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58" name="Google Shape;558;p66"/>
          <p:cNvSpPr txBox="1">
            <a:spLocks noGrp="1"/>
          </p:cNvSpPr>
          <p:nvPr>
            <p:ph type="title"/>
          </p:nvPr>
        </p:nvSpPr>
        <p:spPr>
          <a:xfrm>
            <a:off x="508800" y="435182"/>
            <a:ext cx="91425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27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67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Advantages of Gerrit code review</a:t>
            </a:r>
            <a:endParaRPr sz="1400"/>
          </a:p>
        </p:txBody>
      </p:sp>
      <p:sp>
        <p:nvSpPr>
          <p:cNvPr id="559" name="Google Shape;559;p66"/>
          <p:cNvSpPr txBox="1">
            <a:spLocks noGrp="1"/>
          </p:cNvSpPr>
          <p:nvPr>
            <p:ph type="body" idx="1"/>
          </p:nvPr>
        </p:nvSpPr>
        <p:spPr>
          <a:xfrm>
            <a:off x="712000" y="2049025"/>
            <a:ext cx="89391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125" rIns="0" bIns="0" anchor="t" anchorCtr="0">
            <a:noAutofit/>
          </a:bodyPr>
          <a:lstStyle/>
          <a:p>
            <a:pPr marL="457200" marR="0" lvl="0" indent="-5715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5400"/>
              <a:buFont typeface="Arial"/>
              <a:buChar char="●"/>
            </a:pPr>
            <a:r>
              <a:rPr lang="en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“Safe” to contribute</a:t>
            </a:r>
            <a:endParaRPr sz="1400"/>
          </a:p>
          <a:p>
            <a:pPr marL="457200" marR="0" lvl="0" indent="-571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Char char="●"/>
            </a:pPr>
            <a:r>
              <a:rPr lang="en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for all sides</a:t>
            </a:r>
            <a:endParaRPr sz="1400"/>
          </a:p>
          <a:p>
            <a:pPr marL="457200" marR="0" lvl="0" indent="-571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Char char="●"/>
            </a:pPr>
            <a:r>
              <a:rPr lang="en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possible on a line-by-line basis</a:t>
            </a:r>
            <a:endParaRPr sz="1400"/>
          </a:p>
          <a:p>
            <a:pPr marL="457200" marR="0" lvl="0" indent="-571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Char char="●"/>
            </a:pPr>
            <a:r>
              <a:rPr lang="en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Great learning environment</a:t>
            </a:r>
            <a:endParaRPr sz="1400"/>
          </a:p>
          <a:p>
            <a:pPr marL="342900" marR="0" lvl="0" indent="-342900" algn="l" rtl="0">
              <a:lnSpc>
                <a:spcPct val="94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7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800" cy="5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68" name="Google Shape;568;p67"/>
          <p:cNvSpPr txBox="1"/>
          <p:nvPr/>
        </p:nvSpPr>
        <p:spPr>
          <a:xfrm>
            <a:off x="534400" y="1289735"/>
            <a:ext cx="9142400" cy="589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52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One Commit == one Gerrit review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>
              <a:solidFill>
                <a:srgbClr val="6666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6666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40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Gerrit review is identified via the Change-ID in the commit message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rgbClr val="6666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4000" b="0" i="0" u="none" strike="noStrike" cap="non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rPr>
              <a:t>Amend the commit and push the changes to update the review </a:t>
            </a:r>
            <a:endParaRPr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8"/>
          <p:cNvSpPr txBox="1">
            <a:spLocks noGrp="1"/>
          </p:cNvSpPr>
          <p:nvPr>
            <p:ph type="title"/>
          </p:nvPr>
        </p:nvSpPr>
        <p:spPr>
          <a:xfrm>
            <a:off x="507200" y="304032"/>
            <a:ext cx="9140700" cy="1270500"/>
          </a:xfrm>
          <a:prstGeom prst="rect">
            <a:avLst/>
          </a:prstGeom>
        </p:spPr>
        <p:txBody>
          <a:bodyPr spcFirstLastPara="1" wrap="square" lIns="92150" tIns="92150" rIns="92150" bIns="92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68"/>
          <p:cNvSpPr txBox="1">
            <a:spLocks noGrp="1"/>
          </p:cNvSpPr>
          <p:nvPr>
            <p:ph type="body" idx="1"/>
          </p:nvPr>
        </p:nvSpPr>
        <p:spPr>
          <a:xfrm>
            <a:off x="507200" y="1782587"/>
            <a:ext cx="8937600" cy="4418100"/>
          </a:xfrm>
          <a:prstGeom prst="rect">
            <a:avLst/>
          </a:prstGeom>
        </p:spPr>
        <p:txBody>
          <a:bodyPr spcFirstLastPara="1" wrap="square" lIns="92150" tIns="92150" rIns="92150" bIns="9215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400"/>
              </a:spcAft>
              <a:buNone/>
            </a:pPr>
            <a:endParaRPr/>
          </a:p>
        </p:txBody>
      </p:sp>
      <p:pic>
        <p:nvPicPr>
          <p:cNvPr id="575" name="Google Shape;5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1292201" cy="7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8"/>
          <p:cNvSpPr txBox="1"/>
          <p:nvPr/>
        </p:nvSpPr>
        <p:spPr>
          <a:xfrm>
            <a:off x="800050" y="2190275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</a:rPr>
              <a:t>Dark side of Gerrit</a:t>
            </a:r>
            <a:endParaRPr sz="6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9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85" name="Google Shape;585;p69"/>
          <p:cNvSpPr txBox="1">
            <a:spLocks noGrp="1"/>
          </p:cNvSpPr>
          <p:nvPr>
            <p:ph type="title"/>
          </p:nvPr>
        </p:nvSpPr>
        <p:spPr>
          <a:xfrm>
            <a:off x="508800" y="435182"/>
            <a:ext cx="91425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27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6700">
                <a:solidFill>
                  <a:srgbClr val="6666FF"/>
                </a:solidFill>
              </a:rPr>
              <a:t>Comparison to Github</a:t>
            </a:r>
            <a:endParaRPr sz="1400"/>
          </a:p>
        </p:txBody>
      </p:sp>
      <p:sp>
        <p:nvSpPr>
          <p:cNvPr id="586" name="Google Shape;586;p69"/>
          <p:cNvSpPr txBox="1">
            <a:spLocks noGrp="1"/>
          </p:cNvSpPr>
          <p:nvPr>
            <p:ph type="body" idx="1"/>
          </p:nvPr>
        </p:nvSpPr>
        <p:spPr>
          <a:xfrm>
            <a:off x="712000" y="2049025"/>
            <a:ext cx="89391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125" rIns="0" bIns="0" anchor="t" anchorCtr="0">
            <a:noAutofit/>
          </a:bodyPr>
          <a:lstStyle/>
          <a:p>
            <a:pPr marL="457200" marR="0" lvl="0" indent="-5334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SzPts val="4800"/>
              <a:buFont typeface="Arial"/>
              <a:buChar char="●"/>
            </a:pPr>
            <a:r>
              <a:rPr lang="en" sz="4800"/>
              <a:t>Merge requests based on branches</a:t>
            </a:r>
            <a:endParaRPr sz="4800"/>
          </a:p>
          <a:p>
            <a:pPr marL="457200" marR="0" lvl="0" indent="-5334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en" sz="4800"/>
              <a:t>Feels easier than reviews based on commits</a:t>
            </a:r>
            <a:endParaRPr sz="4800"/>
          </a:p>
          <a:p>
            <a:pPr marL="457200" marR="0" lvl="0" indent="-5334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Char char="●"/>
            </a:pPr>
            <a:r>
              <a:rPr lang="en" sz="4800"/>
              <a:t>But: Github review system not as advanced as with Gerrit</a:t>
            </a:r>
            <a:endParaRPr sz="4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0"/>
          <p:cNvSpPr/>
          <p:nvPr/>
        </p:nvSpPr>
        <p:spPr>
          <a:xfrm>
            <a:off x="393600" y="414443"/>
            <a:ext cx="9017600" cy="5264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Gerrit</a:t>
            </a:r>
            <a:endParaRPr sz="1400"/>
          </a:p>
        </p:txBody>
      </p:sp>
      <p:sp>
        <p:nvSpPr>
          <p:cNvPr id="594" name="Google Shape;594;p70"/>
          <p:cNvSpPr/>
          <p:nvPr/>
        </p:nvSpPr>
        <p:spPr>
          <a:xfrm>
            <a:off x="542400" y="1073712"/>
            <a:ext cx="8836799" cy="5264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 sz="1400"/>
          </a:p>
        </p:txBody>
      </p:sp>
      <p:pic>
        <p:nvPicPr>
          <p:cNvPr id="595" name="Google Shape;59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1999" y="353637"/>
            <a:ext cx="670399" cy="6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000" y="3017917"/>
            <a:ext cx="4710400" cy="3383999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70"/>
          <p:cNvSpPr/>
          <p:nvPr/>
        </p:nvSpPr>
        <p:spPr>
          <a:xfrm>
            <a:off x="4936000" y="1937803"/>
            <a:ext cx="2371200" cy="1036909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Courier New"/>
              <a:buNone/>
            </a:pPr>
            <a:r>
              <a:rPr lang="en" sz="4400" b="1" i="0" u="none" strike="noStrike" cap="non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Gerrit</a:t>
            </a:r>
            <a:endParaRPr sz="1400"/>
          </a:p>
        </p:txBody>
      </p:sp>
      <p:pic>
        <p:nvPicPr>
          <p:cNvPr id="598" name="Google Shape;59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200" y="5302957"/>
            <a:ext cx="1404800" cy="14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9" name="Google Shape;599;p70"/>
          <p:cNvCxnSpPr/>
          <p:nvPr/>
        </p:nvCxnSpPr>
        <p:spPr>
          <a:xfrm rot="5400000">
            <a:off x="1625366" y="4528476"/>
            <a:ext cx="4466069" cy="1599"/>
          </a:xfrm>
          <a:prstGeom prst="straightConnector1">
            <a:avLst/>
          </a:prstGeom>
          <a:noFill/>
          <a:ln w="9215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00" name="Google Shape;600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000" y="2225833"/>
            <a:ext cx="1483200" cy="150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1" name="Google Shape;601;p70"/>
          <p:cNvCxnSpPr/>
          <p:nvPr/>
        </p:nvCxnSpPr>
        <p:spPr>
          <a:xfrm rot="10800000" flipH="1">
            <a:off x="2057600" y="4891713"/>
            <a:ext cx="1368000" cy="576060"/>
          </a:xfrm>
          <a:prstGeom prst="straightConnector1">
            <a:avLst/>
          </a:prstGeom>
          <a:noFill/>
          <a:ln w="31675" cap="flat" cmpd="sng">
            <a:solidFill>
              <a:srgbClr val="00CC99"/>
            </a:solidFill>
            <a:prstDash val="solid"/>
            <a:miter lim="8000"/>
            <a:headEnd type="none" w="sm" len="sm"/>
            <a:tailEnd type="stealth" w="sm" len="sm"/>
          </a:ln>
        </p:spPr>
      </p:cxnSp>
      <p:sp>
        <p:nvSpPr>
          <p:cNvPr id="602" name="Google Shape;602;p70"/>
          <p:cNvSpPr/>
          <p:nvPr/>
        </p:nvSpPr>
        <p:spPr>
          <a:xfrm>
            <a:off x="3456000" y="4074028"/>
            <a:ext cx="788799" cy="988904"/>
          </a:xfrm>
          <a:custGeom>
            <a:avLst/>
            <a:gdLst/>
            <a:ahLst/>
            <a:cxnLst/>
            <a:rect l="l" t="t" r="r" b="b"/>
            <a:pathLst>
              <a:path w="21507" h="21660" extrusionOk="0">
                <a:moveTo>
                  <a:pt x="0" y="9592"/>
                </a:moveTo>
                <a:lnTo>
                  <a:pt x="1955" y="9592"/>
                </a:lnTo>
                <a:close/>
                <a:moveTo>
                  <a:pt x="1955" y="4699"/>
                </a:moveTo>
                <a:lnTo>
                  <a:pt x="2327" y="3804"/>
                </a:lnTo>
                <a:close/>
                <a:moveTo>
                  <a:pt x="2886" y="3014"/>
                </a:moveTo>
                <a:lnTo>
                  <a:pt x="3444" y="2432"/>
                </a:lnTo>
                <a:close/>
                <a:moveTo>
                  <a:pt x="3863" y="1984"/>
                </a:moveTo>
                <a:lnTo>
                  <a:pt x="4399" y="1567"/>
                </a:lnTo>
              </a:path>
            </a:pathLst>
          </a:custGeom>
          <a:solidFill>
            <a:srgbClr val="C0C0C0"/>
          </a:solidFill>
          <a:ln w="3815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2150" tIns="46050" rIns="92150" bIns="4605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cxnSp>
        <p:nvCxnSpPr>
          <p:cNvPr id="603" name="Google Shape;603;p70"/>
          <p:cNvCxnSpPr/>
          <p:nvPr/>
        </p:nvCxnSpPr>
        <p:spPr>
          <a:xfrm>
            <a:off x="1766400" y="3593977"/>
            <a:ext cx="2087999" cy="1152121"/>
          </a:xfrm>
          <a:prstGeom prst="straightConnector1">
            <a:avLst/>
          </a:prstGeom>
          <a:noFill/>
          <a:ln w="31675" cap="flat" cmpd="sng">
            <a:solidFill>
              <a:srgbClr val="00CC9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04" name="Google Shape;604;p70"/>
          <p:cNvSpPr/>
          <p:nvPr/>
        </p:nvSpPr>
        <p:spPr>
          <a:xfrm>
            <a:off x="1480000" y="4301252"/>
            <a:ext cx="1460800" cy="457648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99"/>
              </a:buClr>
              <a:buFont typeface="Arial"/>
              <a:buNone/>
            </a:pPr>
            <a:r>
              <a:rPr lang="en" sz="2400" b="1" i="0" u="none" strike="noStrike" cap="none">
                <a:solidFill>
                  <a:srgbClr val="00CC99"/>
                </a:solidFill>
                <a:latin typeface="Arial"/>
                <a:ea typeface="Arial"/>
                <a:cs typeface="Arial"/>
                <a:sym typeface="Arial"/>
              </a:rPr>
              <a:t>git push</a:t>
            </a:r>
            <a:endParaRPr sz="1400"/>
          </a:p>
        </p:txBody>
      </p:sp>
      <p:sp>
        <p:nvSpPr>
          <p:cNvPr id="605" name="Google Shape;605;p70"/>
          <p:cNvSpPr/>
          <p:nvPr/>
        </p:nvSpPr>
        <p:spPr>
          <a:xfrm>
            <a:off x="2342400" y="4746098"/>
            <a:ext cx="935999" cy="862490"/>
          </a:xfrm>
          <a:custGeom>
            <a:avLst/>
            <a:gdLst/>
            <a:ahLst/>
            <a:cxnLst/>
            <a:rect l="l" t="t" r="r" b="b"/>
            <a:pathLst>
              <a:path w="936626" h="863600" extrusionOk="0">
                <a:moveTo>
                  <a:pt x="0" y="431800"/>
                </a:moveTo>
                <a:cubicBezTo>
                  <a:pt x="0" y="193323"/>
                  <a:pt x="209671" y="0"/>
                  <a:pt x="468313" y="0"/>
                </a:cubicBezTo>
                <a:close/>
                <a:moveTo>
                  <a:pt x="726955" y="0"/>
                </a:moveTo>
                <a:cubicBezTo>
                  <a:pt x="936626" y="193323"/>
                  <a:pt x="936626" y="431800"/>
                  <a:pt x="936626" y="670277"/>
                </a:cubicBezTo>
                <a:lnTo>
                  <a:pt x="726955" y="863600"/>
                </a:lnTo>
                <a:close/>
                <a:moveTo>
                  <a:pt x="468313" y="863600"/>
                </a:moveTo>
                <a:cubicBezTo>
                  <a:pt x="209671" y="863600"/>
                  <a:pt x="0" y="670277"/>
                  <a:pt x="0" y="431800"/>
                </a:cubicBezTo>
                <a:lnTo>
                  <a:pt x="733613" y="566796"/>
                </a:ln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2150" tIns="46050" rIns="92150" bIns="4605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1"/>
          <p:cNvSpPr txBox="1">
            <a:spLocks noGrp="1"/>
          </p:cNvSpPr>
          <p:nvPr>
            <p:ph type="ctrTitle"/>
          </p:nvPr>
        </p:nvSpPr>
        <p:spPr>
          <a:xfrm>
            <a:off x="552450" y="355600"/>
            <a:ext cx="9055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Git Concepts: Pushing to Gerrit</a:t>
            </a:r>
            <a:r>
              <a:rPr lang="en" sz="3600" b="0" i="0" u="none" strike="noStrike" cap="none">
                <a:solidFill>
                  <a:srgbClr val="2F26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>
              <a:solidFill>
                <a:srgbClr val="2F26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71"/>
          <p:cNvSpPr/>
          <p:nvPr/>
        </p:nvSpPr>
        <p:spPr>
          <a:xfrm>
            <a:off x="471487" y="1865312"/>
            <a:ext cx="9496500" cy="5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3" name="Google Shape;61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75"/>
            <a:ext cx="10160000" cy="6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900" y="1805163"/>
            <a:ext cx="9897779" cy="4938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2"/>
          <p:cNvSpPr txBox="1">
            <a:spLocks noGrp="1"/>
          </p:cNvSpPr>
          <p:nvPr>
            <p:ph type="dt" idx="10"/>
          </p:nvPr>
        </p:nvSpPr>
        <p:spPr>
          <a:xfrm>
            <a:off x="507200" y="6941529"/>
            <a:ext cx="236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623" name="Google Shape;623;p72"/>
          <p:cNvSpPr txBox="1">
            <a:spLocks noGrp="1"/>
          </p:cNvSpPr>
          <p:nvPr>
            <p:ph type="title"/>
          </p:nvPr>
        </p:nvSpPr>
        <p:spPr>
          <a:xfrm>
            <a:off x="508750" y="3356382"/>
            <a:ext cx="91425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275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Arial"/>
              <a:buNone/>
            </a:pPr>
            <a:r>
              <a:rPr lang="en" sz="6700">
                <a:solidFill>
                  <a:srgbClr val="6666FF"/>
                </a:solidFill>
              </a:rPr>
              <a:t>Demo</a:t>
            </a:r>
            <a:endParaRPr sz="1400"/>
          </a:p>
        </p:txBody>
      </p:sp>
      <p:sp>
        <p:nvSpPr>
          <p:cNvPr id="624" name="Google Shape;624;p72"/>
          <p:cNvSpPr txBox="1">
            <a:spLocks noGrp="1"/>
          </p:cNvSpPr>
          <p:nvPr>
            <p:ph type="subTitle" idx="1"/>
          </p:nvPr>
        </p:nvSpPr>
        <p:spPr>
          <a:xfrm>
            <a:off x="507200" y="1782587"/>
            <a:ext cx="89391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0" anchor="t" anchorCtr="0">
            <a:noAutofit/>
          </a:bodyPr>
          <a:lstStyle/>
          <a:p>
            <a:pPr marL="342900" marR="0" lvl="0" indent="-3429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4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400"/>
          </a:p>
        </p:txBody>
      </p:sp>
      <p:sp>
        <p:nvSpPr>
          <p:cNvPr id="625" name="Google Shape;625;p72"/>
          <p:cNvSpPr txBox="1"/>
          <p:nvPr/>
        </p:nvSpPr>
        <p:spPr>
          <a:xfrm>
            <a:off x="389175" y="1600212"/>
            <a:ext cx="89391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3"/>
          <p:cNvSpPr/>
          <p:nvPr/>
        </p:nvSpPr>
        <p:spPr>
          <a:xfrm>
            <a:off x="393600" y="414443"/>
            <a:ext cx="9017600" cy="5264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Gerrit</a:t>
            </a:r>
            <a:endParaRPr sz="1400"/>
          </a:p>
        </p:txBody>
      </p:sp>
      <p:sp>
        <p:nvSpPr>
          <p:cNvPr id="633" name="Google Shape;633;p73"/>
          <p:cNvSpPr/>
          <p:nvPr/>
        </p:nvSpPr>
        <p:spPr>
          <a:xfrm>
            <a:off x="542400" y="1073712"/>
            <a:ext cx="8836799" cy="5264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Commenting</a:t>
            </a:r>
            <a:endParaRPr sz="1400"/>
          </a:p>
        </p:txBody>
      </p:sp>
      <p:pic>
        <p:nvPicPr>
          <p:cNvPr id="634" name="Google Shape;63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1999" y="353637"/>
            <a:ext cx="670399" cy="6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00" y="2142624"/>
            <a:ext cx="5734400" cy="451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0800" y="3496367"/>
            <a:ext cx="7251200" cy="315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600" y="1718580"/>
            <a:ext cx="4262400" cy="52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74"/>
          <p:cNvSpPr/>
          <p:nvPr/>
        </p:nvSpPr>
        <p:spPr>
          <a:xfrm>
            <a:off x="393600" y="414443"/>
            <a:ext cx="9017600" cy="5264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Gerrit</a:t>
            </a:r>
            <a:endParaRPr sz="1400"/>
          </a:p>
        </p:txBody>
      </p:sp>
      <p:sp>
        <p:nvSpPr>
          <p:cNvPr id="645" name="Google Shape;645;p74"/>
          <p:cNvSpPr/>
          <p:nvPr/>
        </p:nvSpPr>
        <p:spPr>
          <a:xfrm>
            <a:off x="542400" y="1073712"/>
            <a:ext cx="8836799" cy="5264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Discussing &amp; Improving</a:t>
            </a:r>
            <a:endParaRPr sz="1400"/>
          </a:p>
        </p:txBody>
      </p:sp>
      <p:pic>
        <p:nvPicPr>
          <p:cNvPr id="646" name="Google Shape;64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1999" y="353637"/>
            <a:ext cx="670399" cy="6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74"/>
          <p:cNvSpPr/>
          <p:nvPr/>
        </p:nvSpPr>
        <p:spPr>
          <a:xfrm>
            <a:off x="3350400" y="7250360"/>
            <a:ext cx="6836799" cy="16001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S. Lay, M. Sohn</a:t>
            </a:r>
            <a:endParaRPr sz="1400"/>
          </a:p>
        </p:txBody>
      </p:sp>
      <p:pic>
        <p:nvPicPr>
          <p:cNvPr id="648" name="Google Shape;648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0399" y="3206737"/>
            <a:ext cx="6552000" cy="3475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9" name="Google Shape;649;p74"/>
          <p:cNvCxnSpPr/>
          <p:nvPr/>
        </p:nvCxnSpPr>
        <p:spPr>
          <a:xfrm rot="10800000" flipH="1">
            <a:off x="1867199" y="3227539"/>
            <a:ext cx="1548800" cy="2281839"/>
          </a:xfrm>
          <a:prstGeom prst="straightConnector1">
            <a:avLst/>
          </a:prstGeom>
          <a:noFill/>
          <a:ln w="190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0" name="Google Shape;650;p74"/>
          <p:cNvCxnSpPr/>
          <p:nvPr/>
        </p:nvCxnSpPr>
        <p:spPr>
          <a:xfrm>
            <a:off x="1878400" y="5518979"/>
            <a:ext cx="1516800" cy="1198525"/>
          </a:xfrm>
          <a:prstGeom prst="straightConnector1">
            <a:avLst/>
          </a:prstGeom>
          <a:noFill/>
          <a:ln w="190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1" name="Google Shape;651;p74"/>
          <p:cNvCxnSpPr/>
          <p:nvPr/>
        </p:nvCxnSpPr>
        <p:spPr>
          <a:xfrm>
            <a:off x="467200" y="2409853"/>
            <a:ext cx="9600" cy="3904410"/>
          </a:xfrm>
          <a:prstGeom prst="straightConnector1">
            <a:avLst/>
          </a:prstGeom>
          <a:noFill/>
          <a:ln w="3815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652" name="Google Shape;652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6981532"/>
            <a:ext cx="10158399" cy="63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81532"/>
            <a:ext cx="10158400" cy="6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75"/>
          <p:cNvSpPr/>
          <p:nvPr/>
        </p:nvSpPr>
        <p:spPr>
          <a:xfrm>
            <a:off x="393600" y="414443"/>
            <a:ext cx="9017600" cy="5264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Gerrit</a:t>
            </a:r>
            <a:endParaRPr sz="1400"/>
          </a:p>
        </p:txBody>
      </p:sp>
      <p:sp>
        <p:nvSpPr>
          <p:cNvPr id="661" name="Google Shape;661;p75"/>
          <p:cNvSpPr/>
          <p:nvPr/>
        </p:nvSpPr>
        <p:spPr>
          <a:xfrm>
            <a:off x="542400" y="1073712"/>
            <a:ext cx="8836799" cy="5264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Voting</a:t>
            </a:r>
            <a:endParaRPr sz="1400"/>
          </a:p>
        </p:txBody>
      </p:sp>
      <p:pic>
        <p:nvPicPr>
          <p:cNvPr id="662" name="Google Shape;66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1999" y="353637"/>
            <a:ext cx="670399" cy="6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75"/>
          <p:cNvSpPr/>
          <p:nvPr/>
        </p:nvSpPr>
        <p:spPr>
          <a:xfrm>
            <a:off x="3350400" y="7250360"/>
            <a:ext cx="6836799" cy="16001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/>
          </a:p>
        </p:txBody>
      </p:sp>
      <p:pic>
        <p:nvPicPr>
          <p:cNvPr id="664" name="Google Shape;664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3999" y="1684976"/>
            <a:ext cx="5358399" cy="520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81532"/>
            <a:ext cx="10158400" cy="6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76"/>
          <p:cNvSpPr/>
          <p:nvPr/>
        </p:nvSpPr>
        <p:spPr>
          <a:xfrm>
            <a:off x="393600" y="414443"/>
            <a:ext cx="9017600" cy="52645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Gerrit</a:t>
            </a:r>
            <a:endParaRPr sz="1400"/>
          </a:p>
        </p:txBody>
      </p:sp>
      <p:sp>
        <p:nvSpPr>
          <p:cNvPr id="671" name="Google Shape;671;p76"/>
          <p:cNvSpPr/>
          <p:nvPr/>
        </p:nvSpPr>
        <p:spPr>
          <a:xfrm>
            <a:off x="542400" y="1073712"/>
            <a:ext cx="8836799" cy="4411663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 more:</a:t>
            </a: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Talk by Shawn Pearce (Gerrit founder and Project Lead)</a:t>
            </a:r>
            <a:br>
              <a:rPr lang="e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Ian Bull</a:t>
            </a: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Extending Gerrit: A Look at the Gerrit Plugin API</a:t>
            </a:r>
            <a:endParaRPr sz="1400"/>
          </a:p>
          <a:p>
            <a:pPr marL="45720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Tuesday, 10:30 to 11:05, Bayside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672" name="Google Shape;672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1999" y="353637"/>
            <a:ext cx="670399" cy="6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76"/>
          <p:cNvSpPr/>
          <p:nvPr/>
        </p:nvSpPr>
        <p:spPr>
          <a:xfrm>
            <a:off x="3350400" y="7250360"/>
            <a:ext cx="6836799" cy="16001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7"/>
          <p:cNvSpPr txBox="1">
            <a:spLocks noGrp="1"/>
          </p:cNvSpPr>
          <p:nvPr>
            <p:ph type="title"/>
          </p:nvPr>
        </p:nvSpPr>
        <p:spPr>
          <a:xfrm>
            <a:off x="552000" y="355237"/>
            <a:ext cx="9054399" cy="116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50" rIns="92150" bIns="4605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Gerrit Exercises </a:t>
            </a:r>
            <a:endParaRPr sz="1400"/>
          </a:p>
        </p:txBody>
      </p:sp>
      <p:sp>
        <p:nvSpPr>
          <p:cNvPr id="682" name="Google Shape;682;p77"/>
          <p:cNvSpPr/>
          <p:nvPr/>
        </p:nvSpPr>
        <p:spPr>
          <a:xfrm>
            <a:off x="552000" y="1828991"/>
            <a:ext cx="9054399" cy="514614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1143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Configure push to Gerrit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Push change to Gerrit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Review change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Improve a change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Submit a change to the codebase</a:t>
            </a:r>
            <a:endParaRPr sz="1400"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New Changescreen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Font typeface="Arial"/>
              <a:buNone/>
            </a:pPr>
            <a:endParaRPr sz="3200" b="1"/>
          </a:p>
          <a:p>
            <a:pPr marL="1143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Font typeface="Arial"/>
              <a:buNone/>
            </a:pPr>
            <a:r>
              <a:rPr lang="en" sz="32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e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View Gerrit review notes</a:t>
            </a:r>
            <a:endParaRPr sz="1400"/>
          </a:p>
        </p:txBody>
      </p:sp>
      <p:pic>
        <p:nvPicPr>
          <p:cNvPr id="683" name="Google Shape;68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3535"/>
            <a:ext cx="10158398" cy="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77"/>
          <p:cNvSpPr/>
          <p:nvPr/>
        </p:nvSpPr>
        <p:spPr>
          <a:xfrm>
            <a:off x="3350400" y="7250360"/>
            <a:ext cx="6836799" cy="16001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50" rIns="92150" bIns="460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8"/>
          <p:cNvSpPr/>
          <p:nvPr/>
        </p:nvSpPr>
        <p:spPr>
          <a:xfrm>
            <a:off x="466725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ancestor</a:t>
            </a:r>
            <a:endParaRPr/>
          </a:p>
        </p:txBody>
      </p:sp>
      <p:sp>
        <p:nvSpPr>
          <p:cNvPr id="693" name="Google Shape;693;p78"/>
          <p:cNvSpPr/>
          <p:nvPr/>
        </p:nvSpPr>
        <p:spPr>
          <a:xfrm>
            <a:off x="4479925" y="4322762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3</a:t>
            </a:r>
            <a:endParaRPr/>
          </a:p>
        </p:txBody>
      </p:sp>
      <p:sp>
        <p:nvSpPr>
          <p:cNvPr id="694" name="Google Shape;694;p78"/>
          <p:cNvSpPr/>
          <p:nvPr/>
        </p:nvSpPr>
        <p:spPr>
          <a:xfrm>
            <a:off x="6492875" y="1825625"/>
            <a:ext cx="1387475" cy="5524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solidFill>
            <a:srgbClr val="FFCC99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origin/master</a:t>
            </a:r>
            <a:endParaRPr/>
          </a:p>
        </p:txBody>
      </p:sp>
      <p:sp>
        <p:nvSpPr>
          <p:cNvPr id="695" name="Google Shape;695;p78"/>
          <p:cNvSpPr/>
          <p:nvPr/>
        </p:nvSpPr>
        <p:spPr>
          <a:xfrm>
            <a:off x="508000" y="303212"/>
            <a:ext cx="9142412" cy="127158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issue #1 – non fast forward change</a:t>
            </a:r>
            <a:endParaRPr/>
          </a:p>
        </p:txBody>
      </p:sp>
      <p:sp>
        <p:nvSpPr>
          <p:cNvPr id="696" name="Google Shape;696;p78"/>
          <p:cNvSpPr/>
          <p:nvPr/>
        </p:nvSpPr>
        <p:spPr>
          <a:xfrm>
            <a:off x="6654800" y="4286250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4</a:t>
            </a:r>
            <a:endParaRPr/>
          </a:p>
        </p:txBody>
      </p:sp>
      <p:cxnSp>
        <p:nvCxnSpPr>
          <p:cNvPr id="697" name="Google Shape;697;p78"/>
          <p:cNvCxnSpPr/>
          <p:nvPr/>
        </p:nvCxnSpPr>
        <p:spPr>
          <a:xfrm flipH="1">
            <a:off x="3598862" y="4654550"/>
            <a:ext cx="912812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98" name="Google Shape;698;p78"/>
          <p:cNvSpPr/>
          <p:nvPr/>
        </p:nvSpPr>
        <p:spPr>
          <a:xfrm flipH="1">
            <a:off x="7131050" y="2378075"/>
            <a:ext cx="165100" cy="1908175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9" name="Google Shape;699;p78"/>
          <p:cNvCxnSpPr/>
          <p:nvPr/>
        </p:nvCxnSpPr>
        <p:spPr>
          <a:xfrm flipH="1">
            <a:off x="5805487" y="4654550"/>
            <a:ext cx="912812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700" name="Google Shape;700;p78"/>
          <p:cNvSpPr/>
          <p:nvPr/>
        </p:nvSpPr>
        <p:spPr>
          <a:xfrm>
            <a:off x="2071687" y="2578100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2</a:t>
            </a:r>
            <a:endParaRPr/>
          </a:p>
        </p:txBody>
      </p:sp>
      <p:sp>
        <p:nvSpPr>
          <p:cNvPr id="701" name="Google Shape;701;p78"/>
          <p:cNvSpPr/>
          <p:nvPr/>
        </p:nvSpPr>
        <p:spPr>
          <a:xfrm>
            <a:off x="4405312" y="2600325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3</a:t>
            </a:r>
            <a:endParaRPr/>
          </a:p>
        </p:txBody>
      </p:sp>
      <p:sp>
        <p:nvSpPr>
          <p:cNvPr id="702" name="Google Shape;702;p78"/>
          <p:cNvSpPr/>
          <p:nvPr/>
        </p:nvSpPr>
        <p:spPr>
          <a:xfrm>
            <a:off x="2309812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2</a:t>
            </a:r>
            <a:endParaRPr/>
          </a:p>
        </p:txBody>
      </p:sp>
      <p:sp>
        <p:nvSpPr>
          <p:cNvPr id="703" name="Google Shape;703;p78"/>
          <p:cNvSpPr/>
          <p:nvPr/>
        </p:nvSpPr>
        <p:spPr>
          <a:xfrm>
            <a:off x="2303462" y="3225800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A</a:t>
            </a:r>
            <a:endParaRPr/>
          </a:p>
        </p:txBody>
      </p:sp>
      <p:sp>
        <p:nvSpPr>
          <p:cNvPr id="704" name="Google Shape;704;p78"/>
          <p:cNvSpPr/>
          <p:nvPr/>
        </p:nvSpPr>
        <p:spPr>
          <a:xfrm>
            <a:off x="4424362" y="3225800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B</a:t>
            </a:r>
            <a:endParaRPr/>
          </a:p>
        </p:txBody>
      </p:sp>
      <p:sp>
        <p:nvSpPr>
          <p:cNvPr id="705" name="Google Shape;705;p78"/>
          <p:cNvSpPr/>
          <p:nvPr/>
        </p:nvSpPr>
        <p:spPr>
          <a:xfrm flipH="1">
            <a:off x="3592512" y="3548062"/>
            <a:ext cx="828675" cy="1587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78"/>
          <p:cNvSpPr/>
          <p:nvPr/>
        </p:nvSpPr>
        <p:spPr>
          <a:xfrm flipH="1">
            <a:off x="1741487" y="4618037"/>
            <a:ext cx="547687" cy="1587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78"/>
          <p:cNvSpPr/>
          <p:nvPr/>
        </p:nvSpPr>
        <p:spPr>
          <a:xfrm flipH="1">
            <a:off x="1741487" y="4618037"/>
            <a:ext cx="547687" cy="1587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08" name="Google Shape;708;p78"/>
          <p:cNvCxnSpPr/>
          <p:nvPr/>
        </p:nvCxnSpPr>
        <p:spPr>
          <a:xfrm flipH="1">
            <a:off x="1111250" y="3548062"/>
            <a:ext cx="1192212" cy="78422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9"/>
          <p:cNvSpPr/>
          <p:nvPr/>
        </p:nvSpPr>
        <p:spPr>
          <a:xfrm>
            <a:off x="2303462" y="2857500"/>
            <a:ext cx="1387475" cy="5524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solidFill>
            <a:srgbClr val="FFCC99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origin/master</a:t>
            </a:r>
            <a:endParaRPr/>
          </a:p>
        </p:txBody>
      </p:sp>
      <p:sp>
        <p:nvSpPr>
          <p:cNvPr id="717" name="Google Shape;717;p79"/>
          <p:cNvSpPr/>
          <p:nvPr/>
        </p:nvSpPr>
        <p:spPr>
          <a:xfrm>
            <a:off x="508000" y="303212"/>
            <a:ext cx="9142412" cy="127158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issue #1 –  Rebase</a:t>
            </a:r>
            <a:endParaRPr/>
          </a:p>
        </p:txBody>
      </p:sp>
      <p:sp>
        <p:nvSpPr>
          <p:cNvPr id="718" name="Google Shape;718;p79"/>
          <p:cNvSpPr/>
          <p:nvPr/>
        </p:nvSpPr>
        <p:spPr>
          <a:xfrm>
            <a:off x="2355850" y="40528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4</a:t>
            </a:r>
            <a:endParaRPr/>
          </a:p>
        </p:txBody>
      </p:sp>
      <p:sp>
        <p:nvSpPr>
          <p:cNvPr id="719" name="Google Shape;719;p79"/>
          <p:cNvSpPr/>
          <p:nvPr/>
        </p:nvSpPr>
        <p:spPr>
          <a:xfrm>
            <a:off x="2998787" y="3409950"/>
            <a:ext cx="3175" cy="642937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79"/>
          <p:cNvSpPr/>
          <p:nvPr/>
        </p:nvSpPr>
        <p:spPr>
          <a:xfrm>
            <a:off x="4410075" y="3429000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2</a:t>
            </a:r>
            <a:endParaRPr/>
          </a:p>
        </p:txBody>
      </p:sp>
      <p:sp>
        <p:nvSpPr>
          <p:cNvPr id="721" name="Google Shape;721;p79"/>
          <p:cNvSpPr/>
          <p:nvPr/>
        </p:nvSpPr>
        <p:spPr>
          <a:xfrm>
            <a:off x="6715125" y="3429000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3</a:t>
            </a:r>
            <a:endParaRPr/>
          </a:p>
        </p:txBody>
      </p:sp>
      <p:sp>
        <p:nvSpPr>
          <p:cNvPr id="722" name="Google Shape;722;p79"/>
          <p:cNvSpPr/>
          <p:nvPr/>
        </p:nvSpPr>
        <p:spPr>
          <a:xfrm>
            <a:off x="4613275" y="4054475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A</a:t>
            </a:r>
            <a:endParaRPr/>
          </a:p>
        </p:txBody>
      </p:sp>
      <p:sp>
        <p:nvSpPr>
          <p:cNvPr id="723" name="Google Shape;723;p79"/>
          <p:cNvSpPr/>
          <p:nvPr/>
        </p:nvSpPr>
        <p:spPr>
          <a:xfrm>
            <a:off x="6734175" y="4054475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B</a:t>
            </a:r>
            <a:endParaRPr/>
          </a:p>
        </p:txBody>
      </p:sp>
      <p:sp>
        <p:nvSpPr>
          <p:cNvPr id="724" name="Google Shape;724;p79"/>
          <p:cNvSpPr/>
          <p:nvPr/>
        </p:nvSpPr>
        <p:spPr>
          <a:xfrm flipH="1">
            <a:off x="5903912" y="4378325"/>
            <a:ext cx="828675" cy="1587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79"/>
          <p:cNvSpPr/>
          <p:nvPr/>
        </p:nvSpPr>
        <p:spPr>
          <a:xfrm rot="10800000">
            <a:off x="3644900" y="4375150"/>
            <a:ext cx="966787" cy="1587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79"/>
          <p:cNvSpPr/>
          <p:nvPr/>
        </p:nvSpPr>
        <p:spPr>
          <a:xfrm>
            <a:off x="165100" y="4054475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More...</a:t>
            </a:r>
            <a:endParaRPr/>
          </a:p>
        </p:txBody>
      </p:sp>
      <p:cxnSp>
        <p:nvCxnSpPr>
          <p:cNvPr id="727" name="Google Shape;727;p79"/>
          <p:cNvCxnSpPr/>
          <p:nvPr/>
        </p:nvCxnSpPr>
        <p:spPr>
          <a:xfrm flipH="1">
            <a:off x="1454150" y="4375150"/>
            <a:ext cx="901700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0"/>
          <p:cNvSpPr/>
          <p:nvPr/>
        </p:nvSpPr>
        <p:spPr>
          <a:xfrm>
            <a:off x="466725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1</a:t>
            </a:r>
            <a:endParaRPr/>
          </a:p>
        </p:txBody>
      </p:sp>
      <p:sp>
        <p:nvSpPr>
          <p:cNvPr id="736" name="Google Shape;736;p80"/>
          <p:cNvSpPr/>
          <p:nvPr/>
        </p:nvSpPr>
        <p:spPr>
          <a:xfrm>
            <a:off x="2309812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2</a:t>
            </a:r>
            <a:endParaRPr/>
          </a:p>
        </p:txBody>
      </p:sp>
      <p:sp>
        <p:nvSpPr>
          <p:cNvPr id="737" name="Google Shape;737;p80"/>
          <p:cNvSpPr/>
          <p:nvPr/>
        </p:nvSpPr>
        <p:spPr>
          <a:xfrm>
            <a:off x="4479925" y="4322762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3</a:t>
            </a:r>
            <a:endParaRPr/>
          </a:p>
        </p:txBody>
      </p:sp>
      <p:sp>
        <p:nvSpPr>
          <p:cNvPr id="738" name="Google Shape;738;p80"/>
          <p:cNvSpPr/>
          <p:nvPr/>
        </p:nvSpPr>
        <p:spPr>
          <a:xfrm>
            <a:off x="387350" y="3124200"/>
            <a:ext cx="1387475" cy="5524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solidFill>
            <a:srgbClr val="FFCC99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origin/master</a:t>
            </a:r>
            <a:endParaRPr/>
          </a:p>
        </p:txBody>
      </p:sp>
      <p:sp>
        <p:nvSpPr>
          <p:cNvPr id="739" name="Google Shape;739;p80"/>
          <p:cNvSpPr/>
          <p:nvPr/>
        </p:nvSpPr>
        <p:spPr>
          <a:xfrm flipH="1">
            <a:off x="1754187" y="4654550"/>
            <a:ext cx="552450" cy="1587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80"/>
          <p:cNvSpPr/>
          <p:nvPr/>
        </p:nvSpPr>
        <p:spPr>
          <a:xfrm>
            <a:off x="1147762" y="374650"/>
            <a:ext cx="6989762" cy="127158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issue #2 – Push a series of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unrelated changes</a:t>
            </a:r>
            <a:endParaRPr/>
          </a:p>
        </p:txBody>
      </p:sp>
      <p:sp>
        <p:nvSpPr>
          <p:cNvPr id="741" name="Google Shape;741;p80"/>
          <p:cNvSpPr/>
          <p:nvPr/>
        </p:nvSpPr>
        <p:spPr>
          <a:xfrm>
            <a:off x="6654800" y="4286250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4</a:t>
            </a:r>
            <a:endParaRPr/>
          </a:p>
        </p:txBody>
      </p:sp>
      <p:cxnSp>
        <p:nvCxnSpPr>
          <p:cNvPr id="742" name="Google Shape;742;p80"/>
          <p:cNvCxnSpPr/>
          <p:nvPr/>
        </p:nvCxnSpPr>
        <p:spPr>
          <a:xfrm flipH="1">
            <a:off x="3598862" y="4654550"/>
            <a:ext cx="912812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743" name="Google Shape;743;p80"/>
          <p:cNvSpPr/>
          <p:nvPr/>
        </p:nvSpPr>
        <p:spPr>
          <a:xfrm>
            <a:off x="1082675" y="3676650"/>
            <a:ext cx="28575" cy="654050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4" name="Google Shape;744;p80"/>
          <p:cNvCxnSpPr/>
          <p:nvPr/>
        </p:nvCxnSpPr>
        <p:spPr>
          <a:xfrm flipH="1">
            <a:off x="5805487" y="4654550"/>
            <a:ext cx="912812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745" name="Google Shape;745;p80"/>
          <p:cNvSpPr/>
          <p:nvPr/>
        </p:nvSpPr>
        <p:spPr>
          <a:xfrm>
            <a:off x="2211387" y="5457825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1</a:t>
            </a:r>
            <a:endParaRPr/>
          </a:p>
        </p:txBody>
      </p:sp>
      <p:sp>
        <p:nvSpPr>
          <p:cNvPr id="746" name="Google Shape;746;p80"/>
          <p:cNvSpPr/>
          <p:nvPr/>
        </p:nvSpPr>
        <p:spPr>
          <a:xfrm>
            <a:off x="4238625" y="5457825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2</a:t>
            </a:r>
            <a:endParaRPr/>
          </a:p>
        </p:txBody>
      </p:sp>
      <p:sp>
        <p:nvSpPr>
          <p:cNvPr id="747" name="Google Shape;747;p80"/>
          <p:cNvSpPr/>
          <p:nvPr/>
        </p:nvSpPr>
        <p:spPr>
          <a:xfrm>
            <a:off x="6543675" y="5457825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3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81"/>
          <p:cNvSpPr/>
          <p:nvPr/>
        </p:nvSpPr>
        <p:spPr>
          <a:xfrm>
            <a:off x="466725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1</a:t>
            </a:r>
            <a:endParaRPr/>
          </a:p>
        </p:txBody>
      </p:sp>
      <p:sp>
        <p:nvSpPr>
          <p:cNvPr id="756" name="Google Shape;756;p81"/>
          <p:cNvSpPr/>
          <p:nvPr/>
        </p:nvSpPr>
        <p:spPr>
          <a:xfrm>
            <a:off x="2309812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C5000B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2</a:t>
            </a:r>
            <a:endParaRPr/>
          </a:p>
        </p:txBody>
      </p:sp>
      <p:sp>
        <p:nvSpPr>
          <p:cNvPr id="757" name="Google Shape;757;p81"/>
          <p:cNvSpPr/>
          <p:nvPr/>
        </p:nvSpPr>
        <p:spPr>
          <a:xfrm>
            <a:off x="4479925" y="4322762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3</a:t>
            </a:r>
            <a:endParaRPr/>
          </a:p>
        </p:txBody>
      </p:sp>
      <p:sp>
        <p:nvSpPr>
          <p:cNvPr id="758" name="Google Shape;758;p81"/>
          <p:cNvSpPr/>
          <p:nvPr/>
        </p:nvSpPr>
        <p:spPr>
          <a:xfrm>
            <a:off x="387350" y="3124200"/>
            <a:ext cx="1387475" cy="5524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solidFill>
            <a:srgbClr val="FFCC99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origin/master</a:t>
            </a:r>
            <a:endParaRPr/>
          </a:p>
        </p:txBody>
      </p:sp>
      <p:sp>
        <p:nvSpPr>
          <p:cNvPr id="759" name="Google Shape;759;p81"/>
          <p:cNvSpPr/>
          <p:nvPr/>
        </p:nvSpPr>
        <p:spPr>
          <a:xfrm flipH="1">
            <a:off x="1754187" y="4654550"/>
            <a:ext cx="552450" cy="1587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81"/>
          <p:cNvSpPr/>
          <p:nvPr/>
        </p:nvSpPr>
        <p:spPr>
          <a:xfrm>
            <a:off x="508000" y="303212"/>
            <a:ext cx="9142412" cy="127158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issue #2 – Push a series of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unrelated changes</a:t>
            </a:r>
            <a:endParaRPr/>
          </a:p>
        </p:txBody>
      </p:sp>
      <p:sp>
        <p:nvSpPr>
          <p:cNvPr id="761" name="Google Shape;761;p81"/>
          <p:cNvSpPr/>
          <p:nvPr/>
        </p:nvSpPr>
        <p:spPr>
          <a:xfrm>
            <a:off x="6654800" y="4286250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4</a:t>
            </a:r>
            <a:endParaRPr/>
          </a:p>
        </p:txBody>
      </p:sp>
      <p:cxnSp>
        <p:nvCxnSpPr>
          <p:cNvPr id="762" name="Google Shape;762;p81"/>
          <p:cNvCxnSpPr/>
          <p:nvPr/>
        </p:nvCxnSpPr>
        <p:spPr>
          <a:xfrm flipH="1">
            <a:off x="3598862" y="4654550"/>
            <a:ext cx="912812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763" name="Google Shape;763;p81"/>
          <p:cNvSpPr/>
          <p:nvPr/>
        </p:nvSpPr>
        <p:spPr>
          <a:xfrm>
            <a:off x="1082675" y="3676650"/>
            <a:ext cx="28575" cy="654050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4" name="Google Shape;764;p81"/>
          <p:cNvCxnSpPr/>
          <p:nvPr/>
        </p:nvCxnSpPr>
        <p:spPr>
          <a:xfrm flipH="1">
            <a:off x="5805487" y="4654550"/>
            <a:ext cx="912812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765" name="Google Shape;765;p81"/>
          <p:cNvSpPr/>
          <p:nvPr/>
        </p:nvSpPr>
        <p:spPr>
          <a:xfrm>
            <a:off x="2211387" y="5457825"/>
            <a:ext cx="1997075" cy="86360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WAY THIS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GETS INTO OUR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BASE!!!</a:t>
            </a:r>
            <a:endParaRPr/>
          </a:p>
        </p:txBody>
      </p:sp>
      <p:sp>
        <p:nvSpPr>
          <p:cNvPr id="766" name="Google Shape;766;p81"/>
          <p:cNvSpPr/>
          <p:nvPr/>
        </p:nvSpPr>
        <p:spPr>
          <a:xfrm>
            <a:off x="4238625" y="5457825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2</a:t>
            </a:r>
            <a:endParaRPr/>
          </a:p>
        </p:txBody>
      </p:sp>
      <p:sp>
        <p:nvSpPr>
          <p:cNvPr id="767" name="Google Shape;767;p81"/>
          <p:cNvSpPr/>
          <p:nvPr/>
        </p:nvSpPr>
        <p:spPr>
          <a:xfrm>
            <a:off x="6543675" y="5457825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3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82"/>
          <p:cNvSpPr/>
          <p:nvPr/>
        </p:nvSpPr>
        <p:spPr>
          <a:xfrm>
            <a:off x="466725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1</a:t>
            </a:r>
            <a:endParaRPr/>
          </a:p>
        </p:txBody>
      </p:sp>
      <p:sp>
        <p:nvSpPr>
          <p:cNvPr id="776" name="Google Shape;776;p82"/>
          <p:cNvSpPr/>
          <p:nvPr/>
        </p:nvSpPr>
        <p:spPr>
          <a:xfrm>
            <a:off x="2395537" y="3317875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C5000B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2</a:t>
            </a:r>
            <a:endParaRPr/>
          </a:p>
        </p:txBody>
      </p:sp>
      <p:sp>
        <p:nvSpPr>
          <p:cNvPr id="777" name="Google Shape;777;p82"/>
          <p:cNvSpPr/>
          <p:nvPr/>
        </p:nvSpPr>
        <p:spPr>
          <a:xfrm>
            <a:off x="4479925" y="4322762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3'</a:t>
            </a:r>
            <a:endParaRPr/>
          </a:p>
        </p:txBody>
      </p:sp>
      <p:sp>
        <p:nvSpPr>
          <p:cNvPr id="778" name="Google Shape;778;p82"/>
          <p:cNvSpPr/>
          <p:nvPr/>
        </p:nvSpPr>
        <p:spPr>
          <a:xfrm>
            <a:off x="387350" y="3124200"/>
            <a:ext cx="1387475" cy="5524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solidFill>
            <a:srgbClr val="FFCC99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origin/master</a:t>
            </a:r>
            <a:endParaRPr/>
          </a:p>
        </p:txBody>
      </p:sp>
      <p:sp>
        <p:nvSpPr>
          <p:cNvPr id="779" name="Google Shape;779;p82"/>
          <p:cNvSpPr/>
          <p:nvPr/>
        </p:nvSpPr>
        <p:spPr>
          <a:xfrm flipH="1">
            <a:off x="1754187" y="3640137"/>
            <a:ext cx="639762" cy="1012825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82"/>
          <p:cNvSpPr/>
          <p:nvPr/>
        </p:nvSpPr>
        <p:spPr>
          <a:xfrm>
            <a:off x="508000" y="303212"/>
            <a:ext cx="9142412" cy="127158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</a:t>
            </a:r>
            <a:r>
              <a:rPr lang="en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issue #2 – Solution</a:t>
            </a:r>
            <a:endParaRPr/>
          </a:p>
        </p:txBody>
      </p:sp>
      <p:sp>
        <p:nvSpPr>
          <p:cNvPr id="781" name="Google Shape;781;p82"/>
          <p:cNvSpPr/>
          <p:nvPr/>
        </p:nvSpPr>
        <p:spPr>
          <a:xfrm>
            <a:off x="6654800" y="4286250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4'</a:t>
            </a:r>
            <a:endParaRPr/>
          </a:p>
        </p:txBody>
      </p:sp>
      <p:cxnSp>
        <p:nvCxnSpPr>
          <p:cNvPr id="782" name="Google Shape;782;p82"/>
          <p:cNvCxnSpPr/>
          <p:nvPr/>
        </p:nvCxnSpPr>
        <p:spPr>
          <a:xfrm flipH="1">
            <a:off x="1755775" y="4654550"/>
            <a:ext cx="2755900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783" name="Google Shape;783;p82"/>
          <p:cNvSpPr/>
          <p:nvPr/>
        </p:nvSpPr>
        <p:spPr>
          <a:xfrm>
            <a:off x="1082675" y="3676650"/>
            <a:ext cx="28575" cy="654050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84" name="Google Shape;784;p82"/>
          <p:cNvCxnSpPr/>
          <p:nvPr/>
        </p:nvCxnSpPr>
        <p:spPr>
          <a:xfrm flipH="1">
            <a:off x="5805487" y="4654550"/>
            <a:ext cx="912812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785" name="Google Shape;785;p82"/>
          <p:cNvSpPr/>
          <p:nvPr/>
        </p:nvSpPr>
        <p:spPr>
          <a:xfrm>
            <a:off x="460375" y="5991225"/>
            <a:ext cx="5543550" cy="147320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reset --hard origin/master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cherrypick 4</a:t>
            </a:r>
            <a:endParaRPr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again to Gerrit → new change set</a:t>
            </a:r>
            <a:endParaRPr/>
          </a:p>
        </p:txBody>
      </p:sp>
      <p:sp>
        <p:nvSpPr>
          <p:cNvPr id="786" name="Google Shape;786;p82"/>
          <p:cNvSpPr/>
          <p:nvPr/>
        </p:nvSpPr>
        <p:spPr>
          <a:xfrm>
            <a:off x="4238625" y="5457825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2</a:t>
            </a:r>
            <a:endParaRPr/>
          </a:p>
        </p:txBody>
      </p:sp>
      <p:sp>
        <p:nvSpPr>
          <p:cNvPr id="787" name="Google Shape;787;p82"/>
          <p:cNvSpPr/>
          <p:nvPr/>
        </p:nvSpPr>
        <p:spPr>
          <a:xfrm>
            <a:off x="6543675" y="5457825"/>
            <a:ext cx="1677987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review 3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3"/>
          <p:cNvSpPr/>
          <p:nvPr/>
        </p:nvSpPr>
        <p:spPr>
          <a:xfrm>
            <a:off x="466725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1</a:t>
            </a:r>
            <a:endParaRPr/>
          </a:p>
        </p:txBody>
      </p:sp>
      <p:sp>
        <p:nvSpPr>
          <p:cNvPr id="796" name="Google Shape;796;p83"/>
          <p:cNvSpPr/>
          <p:nvPr/>
        </p:nvSpPr>
        <p:spPr>
          <a:xfrm>
            <a:off x="2857500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2</a:t>
            </a:r>
            <a:endParaRPr/>
          </a:p>
        </p:txBody>
      </p:sp>
      <p:sp>
        <p:nvSpPr>
          <p:cNvPr id="797" name="Google Shape;797;p83"/>
          <p:cNvSpPr/>
          <p:nvPr/>
        </p:nvSpPr>
        <p:spPr>
          <a:xfrm>
            <a:off x="387350" y="3124200"/>
            <a:ext cx="1387475" cy="5524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solidFill>
            <a:srgbClr val="FFCC99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origin/master</a:t>
            </a:r>
            <a:endParaRPr/>
          </a:p>
        </p:txBody>
      </p:sp>
      <p:sp>
        <p:nvSpPr>
          <p:cNvPr id="798" name="Google Shape;798;p83"/>
          <p:cNvSpPr/>
          <p:nvPr/>
        </p:nvSpPr>
        <p:spPr>
          <a:xfrm>
            <a:off x="508000" y="303212"/>
            <a:ext cx="9142412" cy="127158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issue #3 – Using the same Change-ID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two commits</a:t>
            </a:r>
            <a:endParaRPr/>
          </a:p>
        </p:txBody>
      </p:sp>
      <p:sp>
        <p:nvSpPr>
          <p:cNvPr id="799" name="Google Shape;799;p83"/>
          <p:cNvSpPr/>
          <p:nvPr/>
        </p:nvSpPr>
        <p:spPr>
          <a:xfrm>
            <a:off x="6654800" y="4286250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3</a:t>
            </a:r>
            <a:endParaRPr/>
          </a:p>
        </p:txBody>
      </p:sp>
      <p:cxnSp>
        <p:nvCxnSpPr>
          <p:cNvPr id="800" name="Google Shape;800;p83"/>
          <p:cNvCxnSpPr/>
          <p:nvPr/>
        </p:nvCxnSpPr>
        <p:spPr>
          <a:xfrm flipH="1">
            <a:off x="1755775" y="4654550"/>
            <a:ext cx="1103312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801" name="Google Shape;801;p83"/>
          <p:cNvSpPr/>
          <p:nvPr/>
        </p:nvSpPr>
        <p:spPr>
          <a:xfrm>
            <a:off x="1082675" y="3676650"/>
            <a:ext cx="28575" cy="654050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2" name="Google Shape;802;p83"/>
          <p:cNvCxnSpPr/>
          <p:nvPr/>
        </p:nvCxnSpPr>
        <p:spPr>
          <a:xfrm flipH="1">
            <a:off x="4146550" y="4608512"/>
            <a:ext cx="2571750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803" name="Google Shape;803;p83"/>
          <p:cNvSpPr/>
          <p:nvPr/>
        </p:nvSpPr>
        <p:spPr>
          <a:xfrm>
            <a:off x="2833687" y="5160962"/>
            <a:ext cx="1803400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Change-ID I123</a:t>
            </a:r>
            <a:endParaRPr/>
          </a:p>
        </p:txBody>
      </p:sp>
      <p:sp>
        <p:nvSpPr>
          <p:cNvPr id="804" name="Google Shape;804;p83"/>
          <p:cNvSpPr/>
          <p:nvPr/>
        </p:nvSpPr>
        <p:spPr>
          <a:xfrm>
            <a:off x="6267450" y="5160962"/>
            <a:ext cx="1803400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Change-ID I123</a:t>
            </a:r>
            <a:endParaRPr/>
          </a:p>
        </p:txBody>
      </p:sp>
      <p:sp>
        <p:nvSpPr>
          <p:cNvPr id="805" name="Google Shape;805;p83"/>
          <p:cNvSpPr/>
          <p:nvPr/>
        </p:nvSpPr>
        <p:spPr>
          <a:xfrm>
            <a:off x="2833687" y="5160962"/>
            <a:ext cx="1803400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Change-ID I123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4"/>
          <p:cNvSpPr/>
          <p:nvPr/>
        </p:nvSpPr>
        <p:spPr>
          <a:xfrm>
            <a:off x="466725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1</a:t>
            </a:r>
            <a:endParaRPr/>
          </a:p>
        </p:txBody>
      </p:sp>
      <p:sp>
        <p:nvSpPr>
          <p:cNvPr id="814" name="Google Shape;814;p84"/>
          <p:cNvSpPr/>
          <p:nvPr/>
        </p:nvSpPr>
        <p:spPr>
          <a:xfrm>
            <a:off x="2857500" y="4332287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2</a:t>
            </a:r>
            <a:endParaRPr/>
          </a:p>
        </p:txBody>
      </p:sp>
      <p:sp>
        <p:nvSpPr>
          <p:cNvPr id="815" name="Google Shape;815;p84"/>
          <p:cNvSpPr/>
          <p:nvPr/>
        </p:nvSpPr>
        <p:spPr>
          <a:xfrm>
            <a:off x="387350" y="3124200"/>
            <a:ext cx="1387475" cy="5524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solidFill>
            <a:srgbClr val="FFCC99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origin/master</a:t>
            </a:r>
            <a:endParaRPr/>
          </a:p>
        </p:txBody>
      </p:sp>
      <p:sp>
        <p:nvSpPr>
          <p:cNvPr id="816" name="Google Shape;816;p84"/>
          <p:cNvSpPr/>
          <p:nvPr/>
        </p:nvSpPr>
        <p:spPr>
          <a:xfrm>
            <a:off x="508000" y="303212"/>
            <a:ext cx="9142412" cy="127158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Gerrit issue #3 – Solution: Squash commits </a:t>
            </a:r>
            <a:endParaRPr/>
          </a:p>
        </p:txBody>
      </p:sp>
      <p:sp>
        <p:nvSpPr>
          <p:cNvPr id="817" name="Google Shape;817;p84"/>
          <p:cNvSpPr/>
          <p:nvPr/>
        </p:nvSpPr>
        <p:spPr>
          <a:xfrm>
            <a:off x="6654800" y="4286250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3</a:t>
            </a:r>
            <a:endParaRPr/>
          </a:p>
        </p:txBody>
      </p:sp>
      <p:cxnSp>
        <p:nvCxnSpPr>
          <p:cNvPr id="818" name="Google Shape;818;p84"/>
          <p:cNvCxnSpPr/>
          <p:nvPr/>
        </p:nvCxnSpPr>
        <p:spPr>
          <a:xfrm flipH="1">
            <a:off x="1755775" y="4654550"/>
            <a:ext cx="1103312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819" name="Google Shape;819;p84"/>
          <p:cNvSpPr/>
          <p:nvPr/>
        </p:nvSpPr>
        <p:spPr>
          <a:xfrm>
            <a:off x="1082675" y="3676650"/>
            <a:ext cx="28575" cy="654050"/>
          </a:xfrm>
          <a:custGeom>
            <a:avLst/>
            <a:gdLst/>
            <a:ahLst/>
            <a:cxnLst/>
            <a:rect l="l" t="t" r="r" b="b"/>
            <a:pathLst>
              <a:path w="2147483647" h="2147483644" extrusionOk="0">
                <a:moveTo>
                  <a:pt x="2147483647" y="2147483644"/>
                </a:moveTo>
                <a:lnTo>
                  <a:pt x="0" y="214748364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0" name="Google Shape;820;p84"/>
          <p:cNvCxnSpPr/>
          <p:nvPr/>
        </p:nvCxnSpPr>
        <p:spPr>
          <a:xfrm flipH="1">
            <a:off x="4146550" y="4608512"/>
            <a:ext cx="2571750" cy="15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821" name="Google Shape;821;p84"/>
          <p:cNvSpPr/>
          <p:nvPr/>
        </p:nvSpPr>
        <p:spPr>
          <a:xfrm>
            <a:off x="460375" y="5991225"/>
            <a:ext cx="5543550" cy="112712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Squash commits </a:t>
            </a:r>
            <a:endParaRPr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again to Gerrit → new change set</a:t>
            </a:r>
            <a:endParaRPr/>
          </a:p>
        </p:txBody>
      </p:sp>
      <p:sp>
        <p:nvSpPr>
          <p:cNvPr id="822" name="Google Shape;822;p84"/>
          <p:cNvSpPr/>
          <p:nvPr/>
        </p:nvSpPr>
        <p:spPr>
          <a:xfrm>
            <a:off x="2833687" y="5160962"/>
            <a:ext cx="1803400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Change-ID I123</a:t>
            </a:r>
            <a:endParaRPr/>
          </a:p>
        </p:txBody>
      </p:sp>
      <p:sp>
        <p:nvSpPr>
          <p:cNvPr id="823" name="Google Shape;823;p84"/>
          <p:cNvSpPr/>
          <p:nvPr/>
        </p:nvSpPr>
        <p:spPr>
          <a:xfrm>
            <a:off x="6267450" y="5160962"/>
            <a:ext cx="1803400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Change-ID I123</a:t>
            </a:r>
            <a:endParaRPr/>
          </a:p>
        </p:txBody>
      </p:sp>
      <p:sp>
        <p:nvSpPr>
          <p:cNvPr id="824" name="Google Shape;824;p84"/>
          <p:cNvSpPr/>
          <p:nvPr/>
        </p:nvSpPr>
        <p:spPr>
          <a:xfrm>
            <a:off x="2833687" y="5160962"/>
            <a:ext cx="1803400" cy="34925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Change-ID I123</a:t>
            </a:r>
            <a:endParaRPr/>
          </a:p>
        </p:txBody>
      </p:sp>
      <p:sp>
        <p:nvSpPr>
          <p:cNvPr id="825" name="Google Shape;825;p84"/>
          <p:cNvSpPr/>
          <p:nvPr/>
        </p:nvSpPr>
        <p:spPr>
          <a:xfrm>
            <a:off x="2857500" y="3225800"/>
            <a:ext cx="1289050" cy="644525"/>
          </a:xfrm>
          <a:custGeom>
            <a:avLst/>
            <a:gdLst/>
            <a:ahLst/>
            <a:cxnLst/>
            <a:rect l="l" t="t" r="r" b="b"/>
            <a:pathLst>
              <a:path w="2147483640" h="2147483640" extrusionOk="0">
                <a:moveTo>
                  <a:pt x="2147483640" y="0"/>
                </a:moveTo>
                <a:lnTo>
                  <a:pt x="0" y="0"/>
                </a:lnTo>
                <a:lnTo>
                  <a:pt x="11" y="12"/>
                </a:lnTo>
                <a:lnTo>
                  <a:pt x="1" y="2147483640"/>
                </a:lnTo>
                <a:lnTo>
                  <a:pt x="0" y="0"/>
                </a:lnTo>
                <a:lnTo>
                  <a:pt x="13" y="14"/>
                </a:lnTo>
                <a:lnTo>
                  <a:pt x="10" y="2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9525" cap="flat" cmpd="sng">
            <a:solidFill>
              <a:srgbClr val="3465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2'</a:t>
            </a:r>
            <a:endParaRPr/>
          </a:p>
        </p:txBody>
      </p:sp>
      <p:cxnSp>
        <p:nvCxnSpPr>
          <p:cNvPr id="826" name="Google Shape;826;p84"/>
          <p:cNvCxnSpPr/>
          <p:nvPr/>
        </p:nvCxnSpPr>
        <p:spPr>
          <a:xfrm flipH="1">
            <a:off x="1755775" y="3594100"/>
            <a:ext cx="1103312" cy="92233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827" name="Google Shape;827;p84"/>
          <p:cNvSpPr/>
          <p:nvPr/>
        </p:nvSpPr>
        <p:spPr>
          <a:xfrm>
            <a:off x="2673350" y="2487612"/>
            <a:ext cx="2455862" cy="606425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Change-ID I123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Changes from 2 and 3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6600" y="209550"/>
            <a:ext cx="1771650" cy="969962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85"/>
          <p:cNvSpPr/>
          <p:nvPr/>
        </p:nvSpPr>
        <p:spPr>
          <a:xfrm>
            <a:off x="279400" y="414337"/>
            <a:ext cx="9245600" cy="528637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2672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2F2672"/>
                </a:solidFill>
                <a:latin typeface="Arial"/>
                <a:ea typeface="Arial"/>
                <a:cs typeface="Arial"/>
                <a:sym typeface="Arial"/>
              </a:rPr>
              <a:t>Gerrit Code Review @ Eclipse</a:t>
            </a:r>
            <a:endParaRPr/>
          </a:p>
        </p:txBody>
      </p:sp>
      <p:sp>
        <p:nvSpPr>
          <p:cNvPr id="837" name="Google Shape;837;p85"/>
          <p:cNvSpPr/>
          <p:nvPr/>
        </p:nvSpPr>
        <p:spPr>
          <a:xfrm>
            <a:off x="279400" y="1181100"/>
            <a:ext cx="9066212" cy="355600"/>
          </a:xfrm>
          <a:custGeom>
            <a:avLst/>
            <a:gdLst/>
            <a:ahLst/>
            <a:cxnLst/>
            <a:rect l="l" t="t" r="r" b="b"/>
            <a:pathLst>
              <a:path w="2147483645" h="2147483646" extrusionOk="0">
                <a:moveTo>
                  <a:pt x="2147483645" y="2147483646"/>
                </a:moveTo>
                <a:lnTo>
                  <a:pt x="0" y="2147483646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CCCFF"/>
              </a:buClr>
              <a:buFont typeface="Arial"/>
              <a:buNone/>
            </a:pPr>
            <a:r>
              <a:rPr lang="en" sz="18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https://git.eclipse.org/r/</a:t>
            </a: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activated for most projects</a:t>
            </a:r>
            <a:endParaRPr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8" name="Google Shape;838;p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9562" y="1952625"/>
            <a:ext cx="9239250" cy="4694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86"/>
          <p:cNvSpPr txBox="1">
            <a:spLocks noGrp="1"/>
          </p:cNvSpPr>
          <p:nvPr>
            <p:ph type="title"/>
          </p:nvPr>
        </p:nvSpPr>
        <p:spPr>
          <a:xfrm>
            <a:off x="508000" y="303212"/>
            <a:ext cx="9144000" cy="127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250" rIns="0" bIns="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study: Contributing to Eclipse </a:t>
            </a:r>
            <a:endParaRPr/>
          </a:p>
        </p:txBody>
      </p:sp>
      <p:sp>
        <p:nvSpPr>
          <p:cNvPr id="847" name="Google Shape;847;p86"/>
          <p:cNvSpPr txBox="1">
            <a:spLocks noGrp="1"/>
          </p:cNvSpPr>
          <p:nvPr>
            <p:ph type="body" idx="1"/>
          </p:nvPr>
        </p:nvSpPr>
        <p:spPr>
          <a:xfrm>
            <a:off x="508000" y="1782762"/>
            <a:ext cx="8940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75" rIns="0" bIns="0" anchor="t" anchorCtr="0">
            <a:noAutofit/>
          </a:bodyPr>
          <a:lstStyle/>
          <a:p>
            <a:pPr marL="431800" marR="0" lvl="0" indent="-3302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user account </a:t>
            </a:r>
            <a:r>
              <a:rPr lang="en" sz="3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https://dev.eclipse.org/site_login/createaccount.php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 into https://projects.eclipse.org/ and agree to the Contributor License agreement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Logon to the Gerrit Web UI at https://git.eclipse.org/r/ using the email address you registered with your Eclipse (and Bugzilla) account and your Eclipse password.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https://git.eclipse.org/r/#/settings/</a:t>
            </a: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and upload your public SSH key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Clone platform.ui from git.eclipse.org (this takes a while)</a:t>
            </a:r>
            <a:endParaRPr/>
          </a:p>
          <a:p>
            <a:pPr marL="431800" marR="0" lvl="0" indent="-330200" algn="l" rtl="0">
              <a:lnSpc>
                <a:spcPct val="94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440"/>
              <a:buFont typeface="Arial"/>
              <a:buChar char="●"/>
            </a:pPr>
            <a:r>
              <a:rPr lang="en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 something and upload the change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7"/>
          <p:cNvSpPr txBox="1">
            <a:spLocks noGrp="1"/>
          </p:cNvSpPr>
          <p:nvPr>
            <p:ph type="ctrTitle"/>
          </p:nvPr>
        </p:nvSpPr>
        <p:spPr>
          <a:xfrm>
            <a:off x="749300" y="2417762"/>
            <a:ext cx="8661400" cy="155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7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sz="7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3" name="Google Shape;85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0400"/>
            <a:ext cx="10160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7"/>
          <p:cNvSpPr/>
          <p:nvPr/>
        </p:nvSpPr>
        <p:spPr>
          <a:xfrm>
            <a:off x="1974850" y="7213600"/>
            <a:ext cx="5173662" cy="16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88"/>
          <p:cNvSpPr/>
          <p:nvPr/>
        </p:nvSpPr>
        <p:spPr>
          <a:xfrm>
            <a:off x="506412" y="1381125"/>
            <a:ext cx="9067800" cy="4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750"/>
              <a:buFont typeface="Arial"/>
              <a:buNone/>
            </a:pPr>
            <a:r>
              <a:rPr lang="en" sz="2400" b="1">
                <a:solidFill>
                  <a:srgbClr val="0070C0"/>
                </a:solidFill>
              </a:rPr>
              <a:t>Join us at the</a:t>
            </a:r>
            <a:endParaRPr sz="2400" b="1">
              <a:solidFill>
                <a:srgbClr val="0070C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chemeClr val="dk1"/>
                </a:solidFill>
              </a:rPr>
              <a:t>EclipseCon Hackathon</a:t>
            </a:r>
            <a:endParaRPr sz="3600" b="1">
              <a:solidFill>
                <a:srgbClr val="0070C0"/>
              </a:solidFill>
            </a:endParaRPr>
          </a:p>
          <a:p>
            <a:pPr marL="914400" marR="0" lvl="0" indent="0" algn="ctr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3C78D8"/>
                </a:solidFill>
              </a:rPr>
              <a:t>and learn how to hack on JGit / EGit</a:t>
            </a:r>
            <a:endParaRPr sz="2400" b="1">
              <a:solidFill>
                <a:srgbClr val="3C78D8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3C78D8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3C78D8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3C78D8"/>
                </a:solidFill>
              </a:rPr>
              <a:t>Harbour - Tuesday, March 18, 2014 - 19:00 to 21:00 </a:t>
            </a:r>
            <a:endParaRPr sz="2400" b="1">
              <a:solidFill>
                <a:srgbClr val="3C78D8"/>
              </a:solidFill>
            </a:endParaRPr>
          </a:p>
          <a:p>
            <a:pPr marL="91440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0" name="Google Shape;86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10400"/>
            <a:ext cx="10160001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8"/>
          <p:cNvSpPr/>
          <p:nvPr/>
        </p:nvSpPr>
        <p:spPr>
          <a:xfrm>
            <a:off x="2076450" y="7213600"/>
            <a:ext cx="51738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9"/>
          <p:cNvSpPr txBox="1">
            <a:spLocks noGrp="1"/>
          </p:cNvSpPr>
          <p:nvPr>
            <p:ph type="title"/>
          </p:nvPr>
        </p:nvSpPr>
        <p:spPr>
          <a:xfrm>
            <a:off x="508000" y="305153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This Session</a:t>
            </a:r>
            <a:endParaRPr sz="4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7" name="Google Shape;86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929" y="4690098"/>
            <a:ext cx="4233333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89"/>
          <p:cNvSpPr txBox="1"/>
          <p:nvPr/>
        </p:nvSpPr>
        <p:spPr>
          <a:xfrm>
            <a:off x="2576082" y="1809778"/>
            <a:ext cx="5384238" cy="64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Sign-in: </a:t>
            </a:r>
            <a:r>
              <a:rPr lang="en" sz="3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www.eclipsecon.org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89"/>
          <p:cNvSpPr txBox="1"/>
          <p:nvPr/>
        </p:nvSpPr>
        <p:spPr>
          <a:xfrm>
            <a:off x="2599724" y="3400277"/>
            <a:ext cx="5642713" cy="64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session from schedule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89"/>
          <p:cNvSpPr txBox="1"/>
          <p:nvPr/>
        </p:nvSpPr>
        <p:spPr>
          <a:xfrm>
            <a:off x="2599724" y="5057355"/>
            <a:ext cx="1893895" cy="64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Evaluate: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1" name="Google Shape;871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394381"/>
            <a:ext cx="10160000" cy="1256045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89"/>
          <p:cNvSpPr/>
          <p:nvPr/>
        </p:nvSpPr>
        <p:spPr>
          <a:xfrm>
            <a:off x="1399591" y="1649760"/>
            <a:ext cx="1016000" cy="1016000"/>
          </a:xfrm>
          <a:prstGeom prst="ellipse">
            <a:avLst/>
          </a:prstGeom>
          <a:solidFill>
            <a:srgbClr val="C72939"/>
          </a:solidFill>
          <a:ln w="9525" cap="flat" cmpd="sng">
            <a:solidFill>
              <a:srgbClr val="7C1A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/>
          </a:p>
        </p:txBody>
      </p:sp>
      <p:sp>
        <p:nvSpPr>
          <p:cNvPr id="873" name="Google Shape;873;p89"/>
          <p:cNvSpPr/>
          <p:nvPr/>
        </p:nvSpPr>
        <p:spPr>
          <a:xfrm>
            <a:off x="1399591" y="3249938"/>
            <a:ext cx="1016000" cy="1016000"/>
          </a:xfrm>
          <a:prstGeom prst="ellipse">
            <a:avLst/>
          </a:prstGeom>
          <a:solidFill>
            <a:srgbClr val="C72939"/>
          </a:solidFill>
          <a:ln w="9525" cap="flat" cmpd="sng">
            <a:solidFill>
              <a:srgbClr val="7C1A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4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89"/>
          <p:cNvSpPr/>
          <p:nvPr/>
        </p:nvSpPr>
        <p:spPr>
          <a:xfrm>
            <a:off x="1399591" y="4850114"/>
            <a:ext cx="1016000" cy="1016000"/>
          </a:xfrm>
          <a:prstGeom prst="ellipse">
            <a:avLst/>
          </a:prstGeom>
          <a:solidFill>
            <a:srgbClr val="C72939"/>
          </a:solidFill>
          <a:ln w="9525" cap="flat" cmpd="sng">
            <a:solidFill>
              <a:srgbClr val="7C1A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">
  <a:themeElements>
    <a:clrScheme name="nul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">
  <a:themeElements>
    <a:clrScheme name="nul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">
  <a:themeElements>
    <a:clrScheme name="nul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ustom">
  <a:themeElements>
    <a:clrScheme name="nul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1159</Words>
  <Application>Microsoft Office PowerPoint</Application>
  <PresentationFormat>Custom</PresentationFormat>
  <Paragraphs>311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MS PGothic</vt:lpstr>
      <vt:lpstr>Arial</vt:lpstr>
      <vt:lpstr>Calibri</vt:lpstr>
      <vt:lpstr>Courier New</vt:lpstr>
      <vt:lpstr>Times New Roman</vt:lpstr>
      <vt:lpstr>Custom</vt:lpstr>
      <vt:lpstr>Custom</vt:lpstr>
      <vt:lpstr>Custom</vt:lpstr>
      <vt:lpstr>Custom</vt:lpstr>
      <vt:lpstr>Office Theme</vt:lpstr>
      <vt:lpstr>Custom</vt:lpstr>
      <vt:lpstr>Case study: Contributing to Eclipse </vt:lpstr>
      <vt:lpstr>Agenda</vt:lpstr>
      <vt:lpstr>PowerPoint Presentation</vt:lpstr>
      <vt:lpstr>PowerPoint Presentation</vt:lpstr>
      <vt:lpstr>Development with Git and Eclipse</vt:lpstr>
      <vt:lpstr>PowerPoint Presentation</vt:lpstr>
      <vt:lpstr>Sample Application</vt:lpstr>
      <vt:lpstr>Git Exercises </vt:lpstr>
      <vt:lpstr>Git in a nutshell</vt:lpstr>
      <vt:lpstr>Git Concepts: Storage </vt:lpstr>
      <vt:lpstr>Git Concepts: Storage </vt:lpstr>
      <vt:lpstr>Git Concepts: Commits </vt:lpstr>
      <vt:lpstr>Git Concepts: Commits </vt:lpstr>
      <vt:lpstr>Git Concepts: Branches </vt:lpstr>
      <vt:lpstr>Git Concepts: Branches </vt:lpstr>
      <vt:lpstr>Git Exercises </vt:lpstr>
      <vt:lpstr>PowerPoint Presentation</vt:lpstr>
      <vt:lpstr>PowerPoint Presentation</vt:lpstr>
      <vt:lpstr>PowerPoint Presentation</vt:lpstr>
      <vt:lpstr>Contributions in Git</vt:lpstr>
      <vt:lpstr>Contributions in Git</vt:lpstr>
      <vt:lpstr>Contributions either via patches or commit rights  </vt:lpstr>
      <vt:lpstr>Reviewing patches</vt:lpstr>
      <vt:lpstr>Rule #1 of good code review - Make it easy!</vt:lpstr>
      <vt:lpstr>Roles in a Gerrit project</vt:lpstr>
      <vt:lpstr>Review feedback</vt:lpstr>
      <vt:lpstr>PowerPoint Presentation</vt:lpstr>
      <vt:lpstr>PowerPoint Presentation</vt:lpstr>
      <vt:lpstr>Advantages of Gerrit code review</vt:lpstr>
      <vt:lpstr>PowerPoint Presentation</vt:lpstr>
      <vt:lpstr>PowerPoint Presentation</vt:lpstr>
      <vt:lpstr>Comparison to Github</vt:lpstr>
      <vt:lpstr>PowerPoint Presentation</vt:lpstr>
      <vt:lpstr>Git Concepts: Pushing to Gerrit </vt:lpstr>
      <vt:lpstr>Demo</vt:lpstr>
      <vt:lpstr>PowerPoint Presentation</vt:lpstr>
      <vt:lpstr>PowerPoint Presentation</vt:lpstr>
      <vt:lpstr>PowerPoint Presentation</vt:lpstr>
      <vt:lpstr>PowerPoint Presentation</vt:lpstr>
      <vt:lpstr>Gerrit Exercises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study: Contributing to Eclipse </vt:lpstr>
      <vt:lpstr>Q&amp;A</vt:lpstr>
      <vt:lpstr>PowerPoint Presentation</vt:lpstr>
      <vt:lpstr>Evaluate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study: Contributing to Eclipse </dc:title>
  <cp:lastModifiedBy>CSE-3</cp:lastModifiedBy>
  <cp:revision>1</cp:revision>
  <dcterms:modified xsi:type="dcterms:W3CDTF">2024-07-31T06:16:46Z</dcterms:modified>
</cp:coreProperties>
</file>