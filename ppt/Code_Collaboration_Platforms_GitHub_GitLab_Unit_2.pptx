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 Collaboration Platforms: GitHub &amp; GitLab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Code Collaboration Platforms?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that allow teams to manage, share, and collaborate on source code</a:t>
            </a:r>
          </a:p>
          <a:p>
            <a:r>
              <a:t>Provide version control, issue tracking, CI/CD, and project management features</a:t>
            </a:r>
          </a:p>
          <a:p>
            <a:r>
              <a:t>Examples: GitHub, GitLab, Bitbucket, Azure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 in 2008, acquired by Microsoft in 2018</a:t>
            </a:r>
          </a:p>
          <a:p>
            <a:r>
              <a:t>World’s largest code hosting platform</a:t>
            </a:r>
          </a:p>
          <a:p>
            <a:r>
              <a:t>Supports Git-based version control</a:t>
            </a:r>
          </a:p>
          <a:p>
            <a:r>
              <a:t>Massive open-source ecosystem (millions of repos)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Founded in 2011 as an open-core platform</a:t>
            </a:r>
          </a:p>
          <a:p>
            <a:r>
              <a:t>Supports self-hosting and cloud-hosting</a:t>
            </a:r>
          </a:p>
          <a:p>
            <a:r>
              <a:t>Comprehensive DevOps lifecycle tools</a:t>
            </a:r>
          </a:p>
          <a:p>
            <a:r>
              <a:t>Used widely for private and enterprise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Features: GitHub vs GitLab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Repository Hosting</a:t>
            </a:r>
          </a:p>
          <a:p>
            <a:r>
              <a:t>Pull/Merge Requests</a:t>
            </a:r>
          </a:p>
          <a:p>
            <a:r>
              <a:t>Issues &amp; Project Boards</a:t>
            </a:r>
          </a:p>
          <a:p>
            <a:r>
              <a:t>CI/CD Pipelines</a:t>
            </a:r>
          </a:p>
          <a:p>
            <a:r>
              <a:t>Code Review and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Actions – native CI/CD engine</a:t>
            </a:r>
          </a:p>
          <a:p>
            <a:r>
              <a:t>GitHub Copilot – AI code assistant</a:t>
            </a:r>
          </a:p>
          <a:p>
            <a:r>
              <a:t>GitHub Pages – static site hosting</a:t>
            </a:r>
          </a:p>
          <a:p>
            <a:r>
              <a:t>Social features: stars, followers, trending repos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GitLab 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CI/CD with pipeline editor</a:t>
            </a:r>
          </a:p>
          <a:p>
            <a:r>
              <a:t>DevSecOps and Compliance tools</a:t>
            </a:r>
          </a:p>
          <a:p>
            <a:r>
              <a:t>Built-in Container Registry</a:t>
            </a:r>
          </a:p>
          <a:p>
            <a:r>
              <a:t>Self-hosted and open-core flexibility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Actions: YAML workflows, GitHub-hosted runners</a:t>
            </a:r>
          </a:p>
          <a:p>
            <a:r>
              <a:t>GitLab CI/CD: `.gitlab-ci.yml`, Docker integration, advanced pipeline configuration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&amp;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Role-based access, team management, org policies</a:t>
            </a:r>
          </a:p>
          <a:p>
            <a:r>
              <a:t>GitLab: Granular permissions, group/subgroup management, audit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community collaboration (GitHub)</a:t>
            </a:r>
          </a:p>
          <a:p>
            <a:r>
              <a:t>Enterprise DevOps pipelines (GitLab)</a:t>
            </a:r>
          </a:p>
          <a:p>
            <a:r>
              <a:t>Educational and personal projects</a:t>
            </a:r>
          </a:p>
          <a:p>
            <a:r>
              <a:t>Automated testing, deployment, code reviews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&amp; 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GitHub Marketplace (Actions, Apps), Developer API</a:t>
            </a:r>
          </a:p>
          <a:p>
            <a:r>
              <a:t>GitLab: Integrations, community edition plugins, API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Code scanning, secret detection, Dependabot</a:t>
            </a:r>
          </a:p>
          <a:p>
            <a:r>
              <a:t>GitLab: SAST, DAST, container scanning, compliance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&amp;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Free for public/private repos, Pro, Team, Enterprise</a:t>
            </a:r>
          </a:p>
          <a:p>
            <a:r>
              <a:t>GitLab: Free tier, Premium, Ultimate, self-hosted options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Best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Best for open-source, collaboration, extensibility</a:t>
            </a:r>
          </a:p>
          <a:p>
            <a:r>
              <a:t>GitLab: Best for integrated DevOps and security</a:t>
            </a:r>
          </a:p>
          <a:p>
            <a:r>
              <a:t>Choose based on project needs, scale, and security 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GitHub: https://github.com</a:t>
            </a:r>
          </a:p>
          <a:p>
            <a:r>
              <a:t>GitLab: https://gitlab.com</a:t>
            </a:r>
          </a:p>
          <a:p>
            <a:r>
              <a:t>Docs: docs.github.com, docs.gitlab.com</a:t>
            </a:r>
          </a:p>
          <a:p>
            <a:r>
              <a:t>Compare: about.gitlab.com/devops-tools/github-vs-gitlab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409</Words>
  <Application>Microsoft Office PowerPoint</Application>
  <PresentationFormat>On-screen Show (4:3)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Code Collaboration Platforms: GitHub &amp; GitLab</vt:lpstr>
      <vt:lpstr>What are Code Collaboration Platforms?</vt:lpstr>
      <vt:lpstr>GitHub Overview</vt:lpstr>
      <vt:lpstr>GitLab Overview</vt:lpstr>
      <vt:lpstr>Core Features: GitHub vs GitLab</vt:lpstr>
      <vt:lpstr>GitHub Unique Features</vt:lpstr>
      <vt:lpstr>GitLab Unique Features</vt:lpstr>
      <vt:lpstr>CI/CD Capabilities</vt:lpstr>
      <vt:lpstr>Access Control &amp; Permissions</vt:lpstr>
      <vt:lpstr>Use Cases &amp; Ecosystem</vt:lpstr>
      <vt:lpstr>Community &amp; Marketplace</vt:lpstr>
      <vt:lpstr>Security &amp; Compliance</vt:lpstr>
      <vt:lpstr>Pricing &amp; Plans</vt:lpstr>
      <vt:lpstr>Summary &amp; Best Fit</vt:lpstr>
      <vt:lpstr>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Collaboration Platforms: GitHub &amp; GitLab</dc:title>
  <dc:subject/>
  <dc:creator/>
  <cp:keywords/>
  <dc:description>generated using python-pptx</dc:description>
  <cp:lastModifiedBy>CSE-3</cp:lastModifiedBy>
  <cp:revision>2</cp:revision>
  <dcterms:created xsi:type="dcterms:W3CDTF">2013-01-27T09:14:16Z</dcterms:created>
  <dcterms:modified xsi:type="dcterms:W3CDTF">2025-08-08T04:31:19Z</dcterms:modified>
  <cp:category/>
</cp:coreProperties>
</file>