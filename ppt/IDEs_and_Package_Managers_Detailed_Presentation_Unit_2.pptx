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Development Environments (IDEs) &amp; Package 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deep dive into tools that streamline software development.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IDE?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Integrated Development Environment (IDE) is a software suite that consolidates basic tools required for software development.</a:t>
            </a:r>
          </a:p>
          <a:p>
            <a:r>
              <a:t>Includes:</a:t>
            </a:r>
          </a:p>
          <a:p>
            <a:r>
              <a:t>• Source code editor</a:t>
            </a:r>
          </a:p>
          <a:p>
            <a:r>
              <a:t>• Compiler or interpreter</a:t>
            </a:r>
          </a:p>
          <a:p>
            <a:r>
              <a:t>• Debugger</a:t>
            </a:r>
          </a:p>
          <a:p>
            <a:r>
              <a:t>• Build automation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Syntax highlighting</a:t>
            </a:r>
          </a:p>
          <a:p>
            <a:r>
              <a:t>• Code completion (IntelliSense)</a:t>
            </a:r>
          </a:p>
          <a:p>
            <a:r>
              <a:t>• Version control integration (Git)</a:t>
            </a:r>
          </a:p>
          <a:p>
            <a:r>
              <a:t>• Refactoring tools</a:t>
            </a:r>
          </a:p>
          <a:p>
            <a:r>
              <a:t>• Error detection and debugging support</a:t>
            </a:r>
          </a:p>
          <a:p>
            <a:r>
              <a:t>• Project management and navigation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Visual Studio Code (VS Code): Lightweight, highly extensible (open source)</a:t>
            </a:r>
          </a:p>
          <a:p>
            <a:r>
              <a:t>• IntelliJ IDEA: Great for Java, Kotlin, Android development</a:t>
            </a:r>
          </a:p>
          <a:p>
            <a:r>
              <a:t>• Eclipse: Java-focused, extensible</a:t>
            </a:r>
          </a:p>
          <a:p>
            <a:r>
              <a:t>• PyCharm: Best for Python development</a:t>
            </a:r>
          </a:p>
          <a:p>
            <a:r>
              <a:t>• NetBeans: Supports Java, PHP, C++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Using 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Boosts developer productivity</a:t>
            </a:r>
          </a:p>
          <a:p>
            <a:r>
              <a:t>• Minimizes context switching</a:t>
            </a:r>
          </a:p>
          <a:p>
            <a:r>
              <a:t>• Integrated tools reduce setup time</a:t>
            </a:r>
          </a:p>
          <a:p>
            <a:r>
              <a:t>• Debugging and testing made easier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Package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package manager is a tool that automates the process of installing, upgrading, configuring, and removing software libraries or dependencies.</a:t>
            </a:r>
          </a:p>
          <a:p>
            <a:r>
              <a:t>Essential for managing third-party code and libraries.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Package Managers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Dependency management made easy</a:t>
            </a:r>
          </a:p>
          <a:p>
            <a:r>
              <a:t>• Ensures version compatibility</a:t>
            </a:r>
          </a:p>
          <a:p>
            <a:r>
              <a:t>• Automates installation and updates</a:t>
            </a:r>
          </a:p>
          <a:p>
            <a:r>
              <a:t>• Enhances collaboration via lock files or manifests (package.json, requirements.txt)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Package 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npm: Node.js package manager</a:t>
            </a:r>
          </a:p>
          <a:p>
            <a:r>
              <a:t>• pip: Python package installer</a:t>
            </a:r>
          </a:p>
          <a:p>
            <a:r>
              <a:t>• Maven: Java project dependency manager</a:t>
            </a:r>
          </a:p>
          <a:p>
            <a:r>
              <a:t>• Composer: PHP dependency manager</a:t>
            </a:r>
          </a:p>
          <a:p>
            <a:r>
              <a:t>• Cargo: Rust package 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npm (Node Package Manager)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Default for Node.js</a:t>
            </a:r>
          </a:p>
          <a:p>
            <a:r>
              <a:t>• Uses package.json for metadata and dependencies</a:t>
            </a:r>
          </a:p>
          <a:p>
            <a:r>
              <a:t>• Commands:</a:t>
            </a:r>
          </a:p>
          <a:p>
            <a:r>
              <a:t>  - `npm install`: Install packages</a:t>
            </a:r>
          </a:p>
          <a:p>
            <a:r>
              <a:t>  - `npm update`: Update packages</a:t>
            </a:r>
          </a:p>
          <a:p>
            <a:r>
              <a:t>  - `npx`: Execute binaries from packages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 (Python Installer Package)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Standard for Python packages</a:t>
            </a:r>
          </a:p>
          <a:p>
            <a:r>
              <a:t>• Uses PyPI as the package repository</a:t>
            </a:r>
          </a:p>
          <a:p>
            <a:r>
              <a:t>• Commands:</a:t>
            </a:r>
          </a:p>
          <a:p>
            <a:r>
              <a:t>  - `pip install package-name`</a:t>
            </a:r>
          </a:p>
          <a:p>
            <a:r>
              <a:t>  - `pip freeze &gt; requirements.txt`</a:t>
            </a:r>
          </a:p>
          <a:p>
            <a:r>
              <a:t>  - `pip install -r requirements.txt`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Package 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virtual environments (e.g., `venv`, `virtualenv`) for Python</a:t>
            </a:r>
          </a:p>
          <a:p>
            <a:r>
              <a:t>• Commit lock files to version control (e.g., package-lock.json)</a:t>
            </a:r>
          </a:p>
          <a:p>
            <a:r>
              <a:t>• Avoid globally installing project-specific packages</a:t>
            </a:r>
          </a:p>
          <a:p>
            <a:r>
              <a:t>• Regularly update and audit dependencies for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IDEs and Package Managers are critical in modern software development.</a:t>
            </a:r>
          </a:p>
          <a:p>
            <a:r>
              <a:t>• IDEs provide a powerful and cohesive environment for coding and debugging.</a:t>
            </a:r>
          </a:p>
          <a:p>
            <a:r>
              <a:t>• Package managers simplify dependency handling, improving collaboration and productivity.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