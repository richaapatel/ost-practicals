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 Open Source Licenses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Understanding Popular Open Source Licensing Models</a:t>
            </a:r>
          </a:p>
          <a:p>
            <a:r>
              <a:rPr dirty="0"/>
              <a:t>Presented by: [</a:t>
            </a:r>
            <a:r>
              <a:rPr lang="en-IN" dirty="0"/>
              <a:t>Sanjay Patel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Open Source Licenses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What are open source licenses?</a:t>
            </a:r>
          </a:p>
          <a:p>
            <a:r>
              <a:t>Importance of licensing in open source development</a:t>
            </a:r>
          </a:p>
          <a:p>
            <a:r>
              <a:t>Two broad types: Permissive vs Copyleft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 License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Type: Permissive</a:t>
            </a:r>
          </a:p>
          <a:p>
            <a:r>
              <a:t>Minimal restrictions</a:t>
            </a:r>
          </a:p>
          <a:p>
            <a:r>
              <a:t>Allows reuse, modification, distribution</a:t>
            </a:r>
          </a:p>
          <a:p>
            <a:r>
              <a:t>Requires attribution only</a:t>
            </a:r>
          </a:p>
          <a:p>
            <a:r>
              <a:t>Use Case: Ideal for maximum freedom</a:t>
            </a:r>
          </a:p>
          <a:p>
            <a:r>
              <a:t>Examples: jQuery, Ruby on Rails, Node.js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License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Type: Permissive</a:t>
            </a:r>
          </a:p>
          <a:p>
            <a:r>
              <a:t>Includes patent grant and protection</a:t>
            </a:r>
          </a:p>
          <a:p>
            <a:r>
              <a:t>Requires notice of changes</a:t>
            </a:r>
          </a:p>
          <a:p>
            <a:r>
              <a:t>Attribution required</a:t>
            </a:r>
          </a:p>
          <a:p>
            <a:r>
              <a:t>Use Case: Suitable for enterprises &amp; patent-conscious projects</a:t>
            </a:r>
          </a:p>
          <a:p>
            <a:r>
              <a:t>Examples: Apache projects, TensorFlow, Kubernetes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GNU General Public License (GPL)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Type: Strong Copyleft</a:t>
            </a:r>
          </a:p>
          <a:p>
            <a:r>
              <a:t>Requires derivative works to be GPL-licensed</a:t>
            </a:r>
          </a:p>
          <a:p>
            <a:r>
              <a:t>Protects user freedom</a:t>
            </a:r>
          </a:p>
          <a:p>
            <a:r>
              <a:t>Disallows re-licensing under proprietary terms</a:t>
            </a:r>
          </a:p>
          <a:p>
            <a:r>
              <a:t>Use Case: Preserve software freedom</a:t>
            </a:r>
          </a:p>
          <a:p>
            <a:r>
              <a:t>Examples: Linux kernel, GIMP, GCC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Affero GPL (AGPL)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Type: Network Copyleft</a:t>
            </a:r>
          </a:p>
          <a:p>
            <a:r>
              <a:t>Like GPL, but covers SaaS / web deployment</a:t>
            </a:r>
          </a:p>
          <a:p>
            <a:r>
              <a:t>Requires sharing source even when hosted online</a:t>
            </a:r>
          </a:p>
          <a:p>
            <a:r>
              <a:t>Use Case: Web apps, cloud-based open-source tools</a:t>
            </a:r>
          </a:p>
          <a:p>
            <a:r>
              <a:t>Examples: Nextcloud, early 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License 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91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Apache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AGPL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Permissive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Requires Attribution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Patent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Requires Open Source of Derivatives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Covers SaaS / Web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Choose the Right License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Want wide usage and flexibility? → MIT / Apache 2.0</a:t>
            </a:r>
          </a:p>
          <a:p>
            <a:r>
              <a:t>Want to protect your open-source work? → GPL / AGPL</a:t>
            </a:r>
          </a:p>
          <a:p>
            <a:r>
              <a:t>Cloud/SaaS based project? → AGPL</a:t>
            </a:r>
          </a:p>
          <a:p>
            <a:r>
              <a:t>Want patent protection? → Apache 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MIT: Simple and permissive</a:t>
            </a:r>
          </a:p>
          <a:p>
            <a:r>
              <a:t>Apache: Permissive with patent protection</a:t>
            </a:r>
          </a:p>
          <a:p>
            <a:r>
              <a:t>GPL: Ensures code remains open</a:t>
            </a:r>
          </a:p>
          <a:p>
            <a:r>
              <a:t>AGPL: Extends openness to hosted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306</Words>
  <Application>Microsoft Office PowerPoint</Application>
  <PresentationFormat>On-screen Show (4:3)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Key Open Source Licenses</vt:lpstr>
      <vt:lpstr>Introduction to Open Source Licenses</vt:lpstr>
      <vt:lpstr>MIT License</vt:lpstr>
      <vt:lpstr>Apache License 2.0</vt:lpstr>
      <vt:lpstr>GNU General Public License (GPL)</vt:lpstr>
      <vt:lpstr>Affero GPL (AGPL)</vt:lpstr>
      <vt:lpstr>License Comparison Table</vt:lpstr>
      <vt:lpstr>How to Choose the Right License</vt:lpstr>
      <vt:lpstr>Summary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Open Source Licenses</dc:title>
  <dc:subject/>
  <dc:creator/>
  <cp:keywords/>
  <dc:description>generated using python-pptx</dc:description>
  <cp:lastModifiedBy>CSE-3</cp:lastModifiedBy>
  <cp:revision>3</cp:revision>
  <dcterms:created xsi:type="dcterms:W3CDTF">2013-01-27T09:14:16Z</dcterms:created>
  <dcterms:modified xsi:type="dcterms:W3CDTF">2025-07-11T04:16:52Z</dcterms:modified>
  <cp:category/>
</cp:coreProperties>
</file>