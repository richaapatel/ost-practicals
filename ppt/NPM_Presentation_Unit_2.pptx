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NPM (Node Package Manager)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NPM?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NPM = Node Package Manager</a:t>
            </a:r>
          </a:p>
          <a:p>
            <a:r>
              <a:t>- Default package manager for Node.js</a:t>
            </a:r>
          </a:p>
          <a:p>
            <a:r>
              <a:t>- Used to install, manage, and share JavaScript packages</a:t>
            </a:r>
          </a:p>
          <a:p>
            <a:r>
              <a:t>- Also an online registry: https://www.npmjs.com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NPM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Speeds up development with reusable code</a:t>
            </a:r>
          </a:p>
          <a:p>
            <a:r>
              <a:rPr dirty="0"/>
              <a:t>Manages project dependencies</a:t>
            </a:r>
          </a:p>
          <a:p>
            <a:r>
              <a:rPr dirty="0"/>
              <a:t>Handles updates and version control</a:t>
            </a:r>
          </a:p>
          <a:p>
            <a:r>
              <a:rPr dirty="0"/>
              <a:t>Facilitates community sharing and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npm CLI: Command-line interface</a:t>
            </a:r>
          </a:p>
          <a:p>
            <a:r>
              <a:t>- npm Registry: Online database of packages</a:t>
            </a:r>
          </a:p>
          <a:p>
            <a:r>
              <a:t>- package.json: Project manifest</a:t>
            </a:r>
          </a:p>
          <a:p>
            <a:r>
              <a:t>- node_modules/: Installed packages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 | Description</a:t>
            </a:r>
          </a:p>
          <a:p>
            <a:r>
              <a:t>--------|-------------</a:t>
            </a:r>
          </a:p>
          <a:p>
            <a:r>
              <a:t>npm init | Initialize a project</a:t>
            </a:r>
          </a:p>
          <a:p>
            <a:r>
              <a:t>npm install | Install all project dependencies</a:t>
            </a:r>
          </a:p>
          <a:p>
            <a:r>
              <a:t>npm install &lt;package&gt; | Add a package</a:t>
            </a:r>
          </a:p>
          <a:p>
            <a:r>
              <a:t>npm uninstall &lt;package&gt; | Remove a package</a:t>
            </a:r>
          </a:p>
          <a:p>
            <a:r>
              <a:t>npm update | Update all dependencies</a:t>
            </a:r>
          </a:p>
          <a:p>
            <a:r>
              <a:t>npm run &lt;script&gt; | Run a 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package.json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Contains:</a:t>
            </a:r>
          </a:p>
          <a:p>
            <a:r>
              <a:t>  - Project name &amp; version</a:t>
            </a:r>
          </a:p>
          <a:p>
            <a:r>
              <a:t>  - Description &amp; license</a:t>
            </a:r>
          </a:p>
          <a:p>
            <a:r>
              <a:t>  - Scripts (e.g., start, test)</a:t>
            </a:r>
          </a:p>
          <a:p>
            <a:r>
              <a:t>  - Dependencies (dependencies, devDependencies)</a:t>
            </a:r>
          </a:p>
          <a:p>
            <a:endParaRPr/>
          </a:p>
          <a:p>
            <a:r>
              <a:t>Example:</a:t>
            </a:r>
          </a:p>
          <a:p>
            <a:r>
              <a:t>{</a:t>
            </a:r>
          </a:p>
          <a:p>
            <a:r>
              <a:t>  "name": "my-app",</a:t>
            </a:r>
          </a:p>
          <a:p>
            <a:r>
              <a:t>  "version": "1.0.0",</a:t>
            </a:r>
          </a:p>
          <a:p>
            <a:r>
              <a:t>  "scripts": {</a:t>
            </a:r>
          </a:p>
          <a:p>
            <a:r>
              <a:t>    "start": "node index.js"</a:t>
            </a:r>
          </a:p>
          <a:p>
            <a:r>
              <a:t>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vs Global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Local:</a:t>
            </a:r>
          </a:p>
          <a:p>
            <a:r>
              <a:t>  - Installed in project directory</a:t>
            </a:r>
          </a:p>
          <a:p>
            <a:r>
              <a:t>  - npm install express</a:t>
            </a:r>
          </a:p>
          <a:p>
            <a:r>
              <a:t>- Global:</a:t>
            </a:r>
          </a:p>
          <a:p>
            <a:r>
              <a:t>  - Installed system-wide</a:t>
            </a:r>
          </a:p>
          <a:p>
            <a:r>
              <a:t>  - npm install -g nodemon</a:t>
            </a:r>
          </a:p>
          <a:p>
            <a:r>
              <a:t>  - Useful for CLI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NPM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Custom task runners:</a:t>
            </a:r>
          </a:p>
          <a:p>
            <a:r>
              <a:t>"scripts": {</a:t>
            </a:r>
          </a:p>
          <a:p>
            <a:r>
              <a:t>  "start": "node server.js",</a:t>
            </a:r>
          </a:p>
          <a:p>
            <a:r>
              <a:t>  "test": "mocha"</a:t>
            </a:r>
          </a:p>
          <a:p>
            <a:r>
              <a:t>}</a:t>
            </a:r>
          </a:p>
          <a:p>
            <a:r>
              <a:t>- Run with: npm run start, npm run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Publishing Your Own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your module</a:t>
            </a:r>
          </a:p>
          <a:p>
            <a:r>
              <a:t>2. Add metadata in package.json</a:t>
            </a:r>
          </a:p>
          <a:p>
            <a:r>
              <a:t>3. Run npm login</a:t>
            </a:r>
          </a:p>
          <a:p>
            <a:r>
              <a:t>4. Use npm publish</a:t>
            </a:r>
          </a:p>
          <a:p>
            <a:r>
              <a:t>📝 Requires a valid npm account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Frameworks: React, Angular, Vue</a:t>
            </a:r>
          </a:p>
          <a:p>
            <a:r>
              <a:t>- Tools: Webpack, Babel, ESLint</a:t>
            </a:r>
          </a:p>
          <a:p>
            <a:r>
              <a:t>- Libraries: Lodash, Axios, Moment.js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Initialize a project</a:t>
            </a:r>
          </a:p>
          <a:p>
            <a:r>
              <a:t>- Install express</a:t>
            </a:r>
          </a:p>
          <a:p>
            <a:r>
              <a:t>- Create and run a server</a:t>
            </a:r>
          </a:p>
          <a:p>
            <a:r>
              <a:t>npm init -y</a:t>
            </a:r>
          </a:p>
          <a:p>
            <a:r>
              <a:t>npm install express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NPM simplifies package management</a:t>
            </a:r>
          </a:p>
          <a:p>
            <a:r>
              <a:t>- Essential tool for JavaScript &amp; Node.js developers</a:t>
            </a:r>
          </a:p>
          <a:p>
            <a:r>
              <a:t>- Community-driven and continuously evolving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https://www.npmjs.com</a:t>
            </a:r>
          </a:p>
          <a:p>
            <a:r>
              <a:t>- Node.js Official Docs</a:t>
            </a:r>
          </a:p>
          <a:p>
            <a:r>
              <a:t>- Your institution's recommended materials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435</Words>
  <Application>Microsoft Office PowerPoint</Application>
  <PresentationFormat>On-screen Show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Understanding NPM (Node Package Manager)</vt:lpstr>
      <vt:lpstr>What is NPM?</vt:lpstr>
      <vt:lpstr>Why is NPM Important?</vt:lpstr>
      <vt:lpstr>Core Components</vt:lpstr>
      <vt:lpstr>Common Commands</vt:lpstr>
      <vt:lpstr>package.json Explained</vt:lpstr>
      <vt:lpstr>Local vs Global Installation</vt:lpstr>
      <vt:lpstr>Using NPM Scripts</vt:lpstr>
      <vt:lpstr>Publishing Your Own Package</vt:lpstr>
      <vt:lpstr>Real World Use</vt:lpstr>
      <vt:lpstr>Demo (Optional)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NPM (Node Package Manager)</dc:title>
  <dc:subject/>
  <dc:creator/>
  <cp:keywords/>
  <dc:description>generated using python-pptx</dc:description>
  <cp:lastModifiedBy>CSE-3</cp:lastModifiedBy>
  <cp:revision>2</cp:revision>
  <dcterms:created xsi:type="dcterms:W3CDTF">2013-01-27T09:14:16Z</dcterms:created>
  <dcterms:modified xsi:type="dcterms:W3CDTF">2025-07-31T04:43:58Z</dcterms:modified>
  <cp:category/>
</cp:coreProperties>
</file>