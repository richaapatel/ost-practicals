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Pip – Python Package Installer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pip?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stands for “Pip Installs Packages”</a:t>
            </a:r>
          </a:p>
          <a:p>
            <a:r>
              <a:t>Default package manager for Python</a:t>
            </a:r>
          </a:p>
          <a:p>
            <a:r>
              <a:t>Installs and manages packages from PyPI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pip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command-line interface</a:t>
            </a:r>
          </a:p>
          <a:p>
            <a:r>
              <a:t>Supports installation from PyPI, local directories, Git, etc.</a:t>
            </a:r>
          </a:p>
          <a:p>
            <a:r>
              <a:t>Dependency resolution</a:t>
            </a:r>
          </a:p>
          <a:p>
            <a:r>
              <a:t>Uninstall and upgrade packages</a:t>
            </a:r>
          </a:p>
          <a:p>
            <a:r>
              <a:t>Generates requirements.txt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Usually included with Python (&gt;=3.4)</a:t>
            </a:r>
          </a:p>
          <a:p>
            <a:r>
              <a:t>Manual installation:</a:t>
            </a:r>
          </a:p>
          <a:p>
            <a:r>
              <a:t>python get-pip.py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Basic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install &lt;package&gt; – Install package</a:t>
            </a:r>
          </a:p>
          <a:p>
            <a:r>
              <a:t>pip uninstall &lt;package&gt; – Remove package</a:t>
            </a:r>
          </a:p>
          <a:p>
            <a:r>
              <a:t>pip list – List installed packages</a:t>
            </a:r>
          </a:p>
          <a:p>
            <a:r>
              <a:t>pip freeze – Show packages in requirements.txt format</a:t>
            </a:r>
          </a:p>
          <a:p>
            <a:r>
              <a:t>pip show &lt;package&gt; – Display package 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from Various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PyPI:</a:t>
            </a:r>
          </a:p>
          <a:p>
            <a:r>
              <a:t>pip install requests</a:t>
            </a:r>
          </a:p>
          <a:p>
            <a:r>
              <a:t>From Git:</a:t>
            </a:r>
          </a:p>
          <a:p>
            <a:r>
              <a:t>pip install git+https://github.com/user/repo.git</a:t>
            </a:r>
          </a:p>
          <a:p>
            <a:r>
              <a:t>From local file:</a:t>
            </a:r>
          </a:p>
          <a:p>
            <a:r>
              <a:t>pip install ./package.whl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manage project dependencies</a:t>
            </a:r>
          </a:p>
          <a:p>
            <a:r>
              <a:t>Create:</a:t>
            </a:r>
          </a:p>
          <a:p>
            <a:r>
              <a:t>pip freeze &gt; requirements.txt</a:t>
            </a:r>
          </a:p>
          <a:p>
            <a:r>
              <a:t>Install all:</a:t>
            </a:r>
          </a:p>
          <a:p>
            <a:r>
              <a:t>pip install -r requirements.txt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Upgrading and Uninstalling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Upgrade:</a:t>
            </a:r>
          </a:p>
          <a:p>
            <a:r>
              <a:t>pip install --upgrade numpy</a:t>
            </a:r>
          </a:p>
          <a:p>
            <a:r>
              <a:t>Uninstall:</a:t>
            </a:r>
          </a:p>
          <a:p>
            <a:r>
              <a:t>pip uninstall pandas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Environments + pip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venv:</a:t>
            </a:r>
          </a:p>
          <a:p>
            <a:r>
              <a:t>python -m venv venv</a:t>
            </a:r>
          </a:p>
          <a:p>
            <a:r>
              <a:t>Activate:</a:t>
            </a:r>
          </a:p>
          <a:p>
            <a:r>
              <a:t>source venv/bin/activate</a:t>
            </a:r>
          </a:p>
          <a:p>
            <a:r>
              <a:t>Install with pip inside venv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vs Other Package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pip: Python-only, lightweight, fast</a:t>
            </a:r>
          </a:p>
          <a:p>
            <a:r>
              <a:t>conda: Python + native libs, great for data science</a:t>
            </a:r>
          </a:p>
          <a:p>
            <a:r>
              <a:t>pip for general use, conda for complex dependencies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conflicts: use pip check</a:t>
            </a:r>
          </a:p>
          <a:p>
            <a:r>
              <a:t>Permissions: use --user or venv</a:t>
            </a:r>
          </a:p>
          <a:p>
            <a:r>
              <a:t>Cache problems: pip cache purge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Internals (Advanced)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wheel and setuptools</a:t>
            </a:r>
          </a:p>
          <a:p>
            <a:r>
              <a:t>Fetches metadata from PyPI</a:t>
            </a:r>
          </a:p>
          <a:p>
            <a:r>
              <a:t>Dependency resolution via resolvelib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21+: Faster resolution</a:t>
            </a:r>
          </a:p>
          <a:p>
            <a:r>
              <a:t>Better dependency conflict messages</a:t>
            </a:r>
          </a:p>
          <a:p>
            <a:r>
              <a:t>Support for PEP 517/518 builds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use virtual environments</a:t>
            </a:r>
          </a:p>
          <a:p>
            <a:r>
              <a:t>Pin versions in requirements.txt</a:t>
            </a:r>
          </a:p>
          <a:p>
            <a:r>
              <a:t>Use pip-tools for better management</a:t>
            </a:r>
          </a:p>
          <a:p>
            <a:r>
              <a:t>Regularly update packages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simplifies Python package management</a:t>
            </a:r>
          </a:p>
          <a:p>
            <a:r>
              <a:t>Crucial for reproducible, maintainable code</a:t>
            </a:r>
          </a:p>
          <a:p>
            <a:r>
              <a:t>Integrates with virtual environments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Official Site: https://pip.pypa.io</a:t>
            </a:r>
          </a:p>
          <a:p>
            <a:r>
              <a:t>PyPI: https://pypi.org</a:t>
            </a:r>
          </a:p>
          <a:p>
            <a:r>
              <a:t>Tools: pip-tools, virtualenv, venv, poetry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373</Words>
  <Application>Microsoft Office PowerPoint</Application>
  <PresentationFormat>On-screen Show (4:3)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Pip – Python Package Installer</vt:lpstr>
      <vt:lpstr>What is pip?</vt:lpstr>
      <vt:lpstr>Key Features of pip</vt:lpstr>
      <vt:lpstr>Installing pip</vt:lpstr>
      <vt:lpstr>pip Basic Commands</vt:lpstr>
      <vt:lpstr>Installing from Various Sources</vt:lpstr>
      <vt:lpstr>Requirements File</vt:lpstr>
      <vt:lpstr>Upgrading and Uninstalling</vt:lpstr>
      <vt:lpstr>Virtual Environments + pip</vt:lpstr>
      <vt:lpstr>pip vs Other Package Managers</vt:lpstr>
      <vt:lpstr>Common Issues &amp; Solutions</vt:lpstr>
      <vt:lpstr>pip Internals (Advanced)</vt:lpstr>
      <vt:lpstr>Recent Improvements</vt:lpstr>
      <vt:lpstr>Best Practices</vt:lpstr>
      <vt:lpstr>Summary</vt:lpstr>
      <vt:lpstr>References &amp;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 – Python Package Installer</dc:title>
  <dc:subject/>
  <dc:creator/>
  <cp:keywords/>
  <dc:description>generated using python-pptx</dc:description>
  <cp:lastModifiedBy>CSE-3</cp:lastModifiedBy>
  <cp:revision>2</cp:revision>
  <dcterms:created xsi:type="dcterms:W3CDTF">2013-01-27T09:14:16Z</dcterms:created>
  <dcterms:modified xsi:type="dcterms:W3CDTF">2025-07-31T04:43:28Z</dcterms:modified>
  <cp:category/>
</cp:coreProperties>
</file>